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40" y="6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7FE04-057C-43B3-AE2C-B967FA299AA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DF99D1-1CCF-4A17-BAE1-D4F3EAFF45A9}">
      <dgm:prSet/>
      <dgm:spPr/>
      <dgm:t>
        <a:bodyPr/>
        <a:lstStyle/>
        <a:p>
          <a:r>
            <a:rPr lang="en-US"/>
            <a:t>1. Abstract</a:t>
          </a:r>
        </a:p>
      </dgm:t>
    </dgm:pt>
    <dgm:pt modelId="{3022F683-4F72-444F-AE3E-48CF9CDB0DCD}" type="parTrans" cxnId="{94C86F56-851E-47DA-8773-B511A95A6DD5}">
      <dgm:prSet/>
      <dgm:spPr/>
      <dgm:t>
        <a:bodyPr/>
        <a:lstStyle/>
        <a:p>
          <a:endParaRPr lang="en-US"/>
        </a:p>
      </dgm:t>
    </dgm:pt>
    <dgm:pt modelId="{5F48F5C9-6904-46FA-85D1-0C5688491705}" type="sibTrans" cxnId="{94C86F56-851E-47DA-8773-B511A95A6DD5}">
      <dgm:prSet/>
      <dgm:spPr/>
      <dgm:t>
        <a:bodyPr/>
        <a:lstStyle/>
        <a:p>
          <a:endParaRPr lang="en-US"/>
        </a:p>
      </dgm:t>
    </dgm:pt>
    <dgm:pt modelId="{5ACAC697-9BE9-4FB8-91A7-E256DA0A1801}">
      <dgm:prSet/>
      <dgm:spPr/>
      <dgm:t>
        <a:bodyPr/>
        <a:lstStyle/>
        <a:p>
          <a:r>
            <a:rPr lang="en-US"/>
            <a:t>2. Introduction</a:t>
          </a:r>
        </a:p>
      </dgm:t>
    </dgm:pt>
    <dgm:pt modelId="{D5F5456D-10D1-4E67-922E-9B5CADEEC002}" type="parTrans" cxnId="{986B44A4-6CD7-42DE-BF49-B41FC4D840D3}">
      <dgm:prSet/>
      <dgm:spPr/>
      <dgm:t>
        <a:bodyPr/>
        <a:lstStyle/>
        <a:p>
          <a:endParaRPr lang="en-US"/>
        </a:p>
      </dgm:t>
    </dgm:pt>
    <dgm:pt modelId="{D7607E3C-E98E-40E8-B07E-3C674974C7BB}" type="sibTrans" cxnId="{986B44A4-6CD7-42DE-BF49-B41FC4D840D3}">
      <dgm:prSet/>
      <dgm:spPr/>
      <dgm:t>
        <a:bodyPr/>
        <a:lstStyle/>
        <a:p>
          <a:endParaRPr lang="en-US"/>
        </a:p>
      </dgm:t>
    </dgm:pt>
    <dgm:pt modelId="{F37E62C2-C8A3-4D76-9F3B-591847A923EA}">
      <dgm:prSet/>
      <dgm:spPr/>
      <dgm:t>
        <a:bodyPr/>
        <a:lstStyle/>
        <a:p>
          <a:r>
            <a:rPr lang="en-US"/>
            <a:t>3. Literature Review</a:t>
          </a:r>
        </a:p>
      </dgm:t>
    </dgm:pt>
    <dgm:pt modelId="{B22761F3-2618-4B37-A4A0-0E25E70A6752}" type="parTrans" cxnId="{0C40C95F-DE75-4502-8318-6E1F70636C96}">
      <dgm:prSet/>
      <dgm:spPr/>
      <dgm:t>
        <a:bodyPr/>
        <a:lstStyle/>
        <a:p>
          <a:endParaRPr lang="en-US"/>
        </a:p>
      </dgm:t>
    </dgm:pt>
    <dgm:pt modelId="{B35BCEA6-80A2-418A-8B1B-031E2B1926C9}" type="sibTrans" cxnId="{0C40C95F-DE75-4502-8318-6E1F70636C96}">
      <dgm:prSet/>
      <dgm:spPr/>
      <dgm:t>
        <a:bodyPr/>
        <a:lstStyle/>
        <a:p>
          <a:endParaRPr lang="en-US"/>
        </a:p>
      </dgm:t>
    </dgm:pt>
    <dgm:pt modelId="{7270FDBF-D094-4356-B563-1AEEC4A1CC66}">
      <dgm:prSet/>
      <dgm:spPr/>
      <dgm:t>
        <a:bodyPr/>
        <a:lstStyle/>
        <a:p>
          <a:r>
            <a:rPr lang="en-US"/>
            <a:t>4. Research Methodology</a:t>
          </a:r>
        </a:p>
      </dgm:t>
    </dgm:pt>
    <dgm:pt modelId="{F412F80B-BA72-4D09-99DF-ABF1ED4BAD8C}" type="parTrans" cxnId="{04AE1E72-03BB-4A49-9198-91B0449DC864}">
      <dgm:prSet/>
      <dgm:spPr/>
      <dgm:t>
        <a:bodyPr/>
        <a:lstStyle/>
        <a:p>
          <a:endParaRPr lang="en-US"/>
        </a:p>
      </dgm:t>
    </dgm:pt>
    <dgm:pt modelId="{07C19449-DF44-4438-8C94-2C7E18EE46A4}" type="sibTrans" cxnId="{04AE1E72-03BB-4A49-9198-91B0449DC864}">
      <dgm:prSet/>
      <dgm:spPr/>
      <dgm:t>
        <a:bodyPr/>
        <a:lstStyle/>
        <a:p>
          <a:endParaRPr lang="en-US"/>
        </a:p>
      </dgm:t>
    </dgm:pt>
    <dgm:pt modelId="{7C27D51C-B2AB-4057-9775-9A1A1917460B}">
      <dgm:prSet/>
      <dgm:spPr/>
      <dgm:t>
        <a:bodyPr/>
        <a:lstStyle/>
        <a:p>
          <a:r>
            <a:rPr lang="en-US"/>
            <a:t>5. Objectives of the Study</a:t>
          </a:r>
        </a:p>
      </dgm:t>
    </dgm:pt>
    <dgm:pt modelId="{D488D1D9-CFE0-4DED-B7A7-9855F076B8DA}" type="parTrans" cxnId="{E1AE64A2-E46A-498A-AD9D-9F18B3744D17}">
      <dgm:prSet/>
      <dgm:spPr/>
      <dgm:t>
        <a:bodyPr/>
        <a:lstStyle/>
        <a:p>
          <a:endParaRPr lang="en-US"/>
        </a:p>
      </dgm:t>
    </dgm:pt>
    <dgm:pt modelId="{B4EF6B84-A9DE-4672-B188-D5203EB329C6}" type="sibTrans" cxnId="{E1AE64A2-E46A-498A-AD9D-9F18B3744D17}">
      <dgm:prSet/>
      <dgm:spPr/>
      <dgm:t>
        <a:bodyPr/>
        <a:lstStyle/>
        <a:p>
          <a:endParaRPr lang="en-US"/>
        </a:p>
      </dgm:t>
    </dgm:pt>
    <dgm:pt modelId="{A92473C1-40ED-4C9A-942E-FB670569E45E}">
      <dgm:prSet/>
      <dgm:spPr/>
      <dgm:t>
        <a:bodyPr/>
        <a:lstStyle/>
        <a:p>
          <a:r>
            <a:rPr lang="en-US"/>
            <a:t>6. Result and Discussion</a:t>
          </a:r>
        </a:p>
      </dgm:t>
    </dgm:pt>
    <dgm:pt modelId="{EA89591B-9339-4C83-ADA8-08CF485017F0}" type="parTrans" cxnId="{E53CC878-AED4-4CC7-A4FA-F7DEB290E1CE}">
      <dgm:prSet/>
      <dgm:spPr/>
      <dgm:t>
        <a:bodyPr/>
        <a:lstStyle/>
        <a:p>
          <a:endParaRPr lang="en-US"/>
        </a:p>
      </dgm:t>
    </dgm:pt>
    <dgm:pt modelId="{FA0CF1ED-028E-4193-B8A5-D4B97A1CF345}" type="sibTrans" cxnId="{E53CC878-AED4-4CC7-A4FA-F7DEB290E1CE}">
      <dgm:prSet/>
      <dgm:spPr/>
      <dgm:t>
        <a:bodyPr/>
        <a:lstStyle/>
        <a:p>
          <a:endParaRPr lang="en-US"/>
        </a:p>
      </dgm:t>
    </dgm:pt>
    <dgm:pt modelId="{CA7CD45C-A375-4BE4-81B3-79E938D614B2}">
      <dgm:prSet/>
      <dgm:spPr/>
      <dgm:t>
        <a:bodyPr/>
        <a:lstStyle/>
        <a:p>
          <a:r>
            <a:rPr lang="en-US"/>
            <a:t>7. Conclusion</a:t>
          </a:r>
        </a:p>
      </dgm:t>
    </dgm:pt>
    <dgm:pt modelId="{16F8FF57-843F-4269-8252-FBDBCB0690D2}" type="parTrans" cxnId="{8DFC4DBA-C504-4612-857B-B6031E4419B4}">
      <dgm:prSet/>
      <dgm:spPr/>
      <dgm:t>
        <a:bodyPr/>
        <a:lstStyle/>
        <a:p>
          <a:endParaRPr lang="en-US"/>
        </a:p>
      </dgm:t>
    </dgm:pt>
    <dgm:pt modelId="{C8901F5C-277D-43FB-B64A-135489E71FA5}" type="sibTrans" cxnId="{8DFC4DBA-C504-4612-857B-B6031E4419B4}">
      <dgm:prSet/>
      <dgm:spPr/>
      <dgm:t>
        <a:bodyPr/>
        <a:lstStyle/>
        <a:p>
          <a:endParaRPr lang="en-US"/>
        </a:p>
      </dgm:t>
    </dgm:pt>
    <dgm:pt modelId="{EEBA1E0F-9AFD-4FBF-BDE0-3F9589C33A08}">
      <dgm:prSet/>
      <dgm:spPr/>
      <dgm:t>
        <a:bodyPr/>
        <a:lstStyle/>
        <a:p>
          <a:r>
            <a:rPr lang="en-US"/>
            <a:t>8. References</a:t>
          </a:r>
        </a:p>
      </dgm:t>
    </dgm:pt>
    <dgm:pt modelId="{79C2C372-C674-4FA8-BE17-8004AB1F3DBD}" type="parTrans" cxnId="{AF008CB5-0321-4ACA-8A6A-C09D45C812C7}">
      <dgm:prSet/>
      <dgm:spPr/>
      <dgm:t>
        <a:bodyPr/>
        <a:lstStyle/>
        <a:p>
          <a:endParaRPr lang="en-US"/>
        </a:p>
      </dgm:t>
    </dgm:pt>
    <dgm:pt modelId="{4DB458BD-3CFC-456A-AC7C-A76FA82C4F8F}" type="sibTrans" cxnId="{AF008CB5-0321-4ACA-8A6A-C09D45C812C7}">
      <dgm:prSet/>
      <dgm:spPr/>
      <dgm:t>
        <a:bodyPr/>
        <a:lstStyle/>
        <a:p>
          <a:endParaRPr lang="en-US"/>
        </a:p>
      </dgm:t>
    </dgm:pt>
    <dgm:pt modelId="{390933CE-BDF5-4A8F-8864-92A1196246A0}" type="pres">
      <dgm:prSet presAssocID="{48A7FE04-057C-43B3-AE2C-B967FA299AAA}" presName="Name0" presStyleCnt="0">
        <dgm:presLayoutVars>
          <dgm:dir/>
          <dgm:resizeHandles val="exact"/>
        </dgm:presLayoutVars>
      </dgm:prSet>
      <dgm:spPr/>
    </dgm:pt>
    <dgm:pt modelId="{506B2E60-55FF-47CE-B23F-6719EC7DCC8F}" type="pres">
      <dgm:prSet presAssocID="{F5DF99D1-1CCF-4A17-BAE1-D4F3EAFF45A9}" presName="node" presStyleLbl="node1" presStyleIdx="0" presStyleCnt="8">
        <dgm:presLayoutVars>
          <dgm:bulletEnabled val="1"/>
        </dgm:presLayoutVars>
      </dgm:prSet>
      <dgm:spPr/>
    </dgm:pt>
    <dgm:pt modelId="{0178332C-8F14-462D-B5EA-54AE0BDD8906}" type="pres">
      <dgm:prSet presAssocID="{5F48F5C9-6904-46FA-85D1-0C5688491705}" presName="sibTrans" presStyleLbl="sibTrans1D1" presStyleIdx="0" presStyleCnt="7"/>
      <dgm:spPr/>
    </dgm:pt>
    <dgm:pt modelId="{D6309899-B617-45FE-8AED-67C5E9B4784C}" type="pres">
      <dgm:prSet presAssocID="{5F48F5C9-6904-46FA-85D1-0C5688491705}" presName="connectorText" presStyleLbl="sibTrans1D1" presStyleIdx="0" presStyleCnt="7"/>
      <dgm:spPr/>
    </dgm:pt>
    <dgm:pt modelId="{B8E3859E-4D74-49E8-9FEF-C9D1B51CEB2E}" type="pres">
      <dgm:prSet presAssocID="{5ACAC697-9BE9-4FB8-91A7-E256DA0A1801}" presName="node" presStyleLbl="node1" presStyleIdx="1" presStyleCnt="8">
        <dgm:presLayoutVars>
          <dgm:bulletEnabled val="1"/>
        </dgm:presLayoutVars>
      </dgm:prSet>
      <dgm:spPr/>
    </dgm:pt>
    <dgm:pt modelId="{A295E6DA-0E6A-442F-BB0D-A3F5D58DEF87}" type="pres">
      <dgm:prSet presAssocID="{D7607E3C-E98E-40E8-B07E-3C674974C7BB}" presName="sibTrans" presStyleLbl="sibTrans1D1" presStyleIdx="1" presStyleCnt="7"/>
      <dgm:spPr/>
    </dgm:pt>
    <dgm:pt modelId="{364DF38D-844F-4EC9-883B-04E6AC1007A0}" type="pres">
      <dgm:prSet presAssocID="{D7607E3C-E98E-40E8-B07E-3C674974C7BB}" presName="connectorText" presStyleLbl="sibTrans1D1" presStyleIdx="1" presStyleCnt="7"/>
      <dgm:spPr/>
    </dgm:pt>
    <dgm:pt modelId="{7DFCE70B-6362-41A7-B1FA-03AD70728075}" type="pres">
      <dgm:prSet presAssocID="{F37E62C2-C8A3-4D76-9F3B-591847A923EA}" presName="node" presStyleLbl="node1" presStyleIdx="2" presStyleCnt="8">
        <dgm:presLayoutVars>
          <dgm:bulletEnabled val="1"/>
        </dgm:presLayoutVars>
      </dgm:prSet>
      <dgm:spPr/>
    </dgm:pt>
    <dgm:pt modelId="{C174FD6A-D4FD-40BF-B47C-197F59F219BE}" type="pres">
      <dgm:prSet presAssocID="{B35BCEA6-80A2-418A-8B1B-031E2B1926C9}" presName="sibTrans" presStyleLbl="sibTrans1D1" presStyleIdx="2" presStyleCnt="7"/>
      <dgm:spPr/>
    </dgm:pt>
    <dgm:pt modelId="{4FBDA540-3435-4BB9-8CC2-A12CC4EC4E5E}" type="pres">
      <dgm:prSet presAssocID="{B35BCEA6-80A2-418A-8B1B-031E2B1926C9}" presName="connectorText" presStyleLbl="sibTrans1D1" presStyleIdx="2" presStyleCnt="7"/>
      <dgm:spPr/>
    </dgm:pt>
    <dgm:pt modelId="{F131514B-9140-45E2-B379-76EE0094DE1E}" type="pres">
      <dgm:prSet presAssocID="{7270FDBF-D094-4356-B563-1AEEC4A1CC66}" presName="node" presStyleLbl="node1" presStyleIdx="3" presStyleCnt="8">
        <dgm:presLayoutVars>
          <dgm:bulletEnabled val="1"/>
        </dgm:presLayoutVars>
      </dgm:prSet>
      <dgm:spPr/>
    </dgm:pt>
    <dgm:pt modelId="{E46A3E8B-B652-47E7-9138-0CEF2A7395BC}" type="pres">
      <dgm:prSet presAssocID="{07C19449-DF44-4438-8C94-2C7E18EE46A4}" presName="sibTrans" presStyleLbl="sibTrans1D1" presStyleIdx="3" presStyleCnt="7"/>
      <dgm:spPr/>
    </dgm:pt>
    <dgm:pt modelId="{0EC78C4C-8243-4DAB-9622-9DC5E8420413}" type="pres">
      <dgm:prSet presAssocID="{07C19449-DF44-4438-8C94-2C7E18EE46A4}" presName="connectorText" presStyleLbl="sibTrans1D1" presStyleIdx="3" presStyleCnt="7"/>
      <dgm:spPr/>
    </dgm:pt>
    <dgm:pt modelId="{C0561CF9-1C2A-4D23-9B2A-109750B63949}" type="pres">
      <dgm:prSet presAssocID="{7C27D51C-B2AB-4057-9775-9A1A1917460B}" presName="node" presStyleLbl="node1" presStyleIdx="4" presStyleCnt="8">
        <dgm:presLayoutVars>
          <dgm:bulletEnabled val="1"/>
        </dgm:presLayoutVars>
      </dgm:prSet>
      <dgm:spPr/>
    </dgm:pt>
    <dgm:pt modelId="{19D2B642-720D-46F8-899D-724FF38DDB6E}" type="pres">
      <dgm:prSet presAssocID="{B4EF6B84-A9DE-4672-B188-D5203EB329C6}" presName="sibTrans" presStyleLbl="sibTrans1D1" presStyleIdx="4" presStyleCnt="7"/>
      <dgm:spPr/>
    </dgm:pt>
    <dgm:pt modelId="{8E928E62-9196-4D1A-9BAB-34F59C084C5F}" type="pres">
      <dgm:prSet presAssocID="{B4EF6B84-A9DE-4672-B188-D5203EB329C6}" presName="connectorText" presStyleLbl="sibTrans1D1" presStyleIdx="4" presStyleCnt="7"/>
      <dgm:spPr/>
    </dgm:pt>
    <dgm:pt modelId="{62021B5C-6501-4521-8660-058F131E7777}" type="pres">
      <dgm:prSet presAssocID="{A92473C1-40ED-4C9A-942E-FB670569E45E}" presName="node" presStyleLbl="node1" presStyleIdx="5" presStyleCnt="8">
        <dgm:presLayoutVars>
          <dgm:bulletEnabled val="1"/>
        </dgm:presLayoutVars>
      </dgm:prSet>
      <dgm:spPr/>
    </dgm:pt>
    <dgm:pt modelId="{E5899FD6-E2AB-4554-813E-27E3628FB8F3}" type="pres">
      <dgm:prSet presAssocID="{FA0CF1ED-028E-4193-B8A5-D4B97A1CF345}" presName="sibTrans" presStyleLbl="sibTrans1D1" presStyleIdx="5" presStyleCnt="7"/>
      <dgm:spPr/>
    </dgm:pt>
    <dgm:pt modelId="{3AC04931-2D27-4E60-8B76-32052C2214BF}" type="pres">
      <dgm:prSet presAssocID="{FA0CF1ED-028E-4193-B8A5-D4B97A1CF345}" presName="connectorText" presStyleLbl="sibTrans1D1" presStyleIdx="5" presStyleCnt="7"/>
      <dgm:spPr/>
    </dgm:pt>
    <dgm:pt modelId="{1C1948D2-6CC5-4E0A-9626-F87CE0F51274}" type="pres">
      <dgm:prSet presAssocID="{CA7CD45C-A375-4BE4-81B3-79E938D614B2}" presName="node" presStyleLbl="node1" presStyleIdx="6" presStyleCnt="8">
        <dgm:presLayoutVars>
          <dgm:bulletEnabled val="1"/>
        </dgm:presLayoutVars>
      </dgm:prSet>
      <dgm:spPr/>
    </dgm:pt>
    <dgm:pt modelId="{29C35CC2-D353-40B0-8AB0-CD7D53CFF1D5}" type="pres">
      <dgm:prSet presAssocID="{C8901F5C-277D-43FB-B64A-135489E71FA5}" presName="sibTrans" presStyleLbl="sibTrans1D1" presStyleIdx="6" presStyleCnt="7"/>
      <dgm:spPr/>
    </dgm:pt>
    <dgm:pt modelId="{221878A6-6A2F-4603-874F-F3DD3E9E627F}" type="pres">
      <dgm:prSet presAssocID="{C8901F5C-277D-43FB-B64A-135489E71FA5}" presName="connectorText" presStyleLbl="sibTrans1D1" presStyleIdx="6" presStyleCnt="7"/>
      <dgm:spPr/>
    </dgm:pt>
    <dgm:pt modelId="{0D2E5D3F-68C4-4682-829B-4CF753E31F92}" type="pres">
      <dgm:prSet presAssocID="{EEBA1E0F-9AFD-4FBF-BDE0-3F9589C33A08}" presName="node" presStyleLbl="node1" presStyleIdx="7" presStyleCnt="8">
        <dgm:presLayoutVars>
          <dgm:bulletEnabled val="1"/>
        </dgm:presLayoutVars>
      </dgm:prSet>
      <dgm:spPr/>
    </dgm:pt>
  </dgm:ptLst>
  <dgm:cxnLst>
    <dgm:cxn modelId="{1F88910B-E083-462C-ADE4-54432F3CE2CC}" type="presOf" srcId="{C8901F5C-277D-43FB-B64A-135489E71FA5}" destId="{29C35CC2-D353-40B0-8AB0-CD7D53CFF1D5}" srcOrd="0" destOrd="0" presId="urn:microsoft.com/office/officeart/2016/7/layout/RepeatingBendingProcessNew"/>
    <dgm:cxn modelId="{321D9C10-1384-4E13-A128-FA9B8481A29D}" type="presOf" srcId="{7270FDBF-D094-4356-B563-1AEEC4A1CC66}" destId="{F131514B-9140-45E2-B379-76EE0094DE1E}" srcOrd="0" destOrd="0" presId="urn:microsoft.com/office/officeart/2016/7/layout/RepeatingBendingProcessNew"/>
    <dgm:cxn modelId="{619DC411-2E8D-4CFB-83C3-39CAB8A646BF}" type="presOf" srcId="{B4EF6B84-A9DE-4672-B188-D5203EB329C6}" destId="{19D2B642-720D-46F8-899D-724FF38DDB6E}" srcOrd="0" destOrd="0" presId="urn:microsoft.com/office/officeart/2016/7/layout/RepeatingBendingProcessNew"/>
    <dgm:cxn modelId="{3A26392F-3366-40B1-94B0-5D8F511A7532}" type="presOf" srcId="{5F48F5C9-6904-46FA-85D1-0C5688491705}" destId="{0178332C-8F14-462D-B5EA-54AE0BDD8906}" srcOrd="0" destOrd="0" presId="urn:microsoft.com/office/officeart/2016/7/layout/RepeatingBendingProcessNew"/>
    <dgm:cxn modelId="{13A48A31-8C08-4B2E-B471-3A03CC0A9914}" type="presOf" srcId="{CA7CD45C-A375-4BE4-81B3-79E938D614B2}" destId="{1C1948D2-6CC5-4E0A-9626-F87CE0F51274}" srcOrd="0" destOrd="0" presId="urn:microsoft.com/office/officeart/2016/7/layout/RepeatingBendingProcessNew"/>
    <dgm:cxn modelId="{5BA26D32-DF6B-49F5-8163-780019567B82}" type="presOf" srcId="{EEBA1E0F-9AFD-4FBF-BDE0-3F9589C33A08}" destId="{0D2E5D3F-68C4-4682-829B-4CF753E31F92}" srcOrd="0" destOrd="0" presId="urn:microsoft.com/office/officeart/2016/7/layout/RepeatingBendingProcessNew"/>
    <dgm:cxn modelId="{C2AD4C33-AA3C-45C1-A142-9E9F983B1E24}" type="presOf" srcId="{07C19449-DF44-4438-8C94-2C7E18EE46A4}" destId="{0EC78C4C-8243-4DAB-9622-9DC5E8420413}" srcOrd="1" destOrd="0" presId="urn:microsoft.com/office/officeart/2016/7/layout/RepeatingBendingProcessNew"/>
    <dgm:cxn modelId="{C82BEB36-F02D-4294-88B2-923B6E795D93}" type="presOf" srcId="{B4EF6B84-A9DE-4672-B188-D5203EB329C6}" destId="{8E928E62-9196-4D1A-9BAB-34F59C084C5F}" srcOrd="1" destOrd="0" presId="urn:microsoft.com/office/officeart/2016/7/layout/RepeatingBendingProcessNew"/>
    <dgm:cxn modelId="{0C40C95F-DE75-4502-8318-6E1F70636C96}" srcId="{48A7FE04-057C-43B3-AE2C-B967FA299AAA}" destId="{F37E62C2-C8A3-4D76-9F3B-591847A923EA}" srcOrd="2" destOrd="0" parTransId="{B22761F3-2618-4B37-A4A0-0E25E70A6752}" sibTransId="{B35BCEA6-80A2-418A-8B1B-031E2B1926C9}"/>
    <dgm:cxn modelId="{6718D942-230A-44DA-BF01-404462807553}" type="presOf" srcId="{5F48F5C9-6904-46FA-85D1-0C5688491705}" destId="{D6309899-B617-45FE-8AED-67C5E9B4784C}" srcOrd="1" destOrd="0" presId="urn:microsoft.com/office/officeart/2016/7/layout/RepeatingBendingProcessNew"/>
    <dgm:cxn modelId="{04AE1E72-03BB-4A49-9198-91B0449DC864}" srcId="{48A7FE04-057C-43B3-AE2C-B967FA299AAA}" destId="{7270FDBF-D094-4356-B563-1AEEC4A1CC66}" srcOrd="3" destOrd="0" parTransId="{F412F80B-BA72-4D09-99DF-ABF1ED4BAD8C}" sibTransId="{07C19449-DF44-4438-8C94-2C7E18EE46A4}"/>
    <dgm:cxn modelId="{4E899D55-E2FE-4F87-ADC0-7B1F321C1023}" type="presOf" srcId="{B35BCEA6-80A2-418A-8B1B-031E2B1926C9}" destId="{4FBDA540-3435-4BB9-8CC2-A12CC4EC4E5E}" srcOrd="1" destOrd="0" presId="urn:microsoft.com/office/officeart/2016/7/layout/RepeatingBendingProcessNew"/>
    <dgm:cxn modelId="{94C86F56-851E-47DA-8773-B511A95A6DD5}" srcId="{48A7FE04-057C-43B3-AE2C-B967FA299AAA}" destId="{F5DF99D1-1CCF-4A17-BAE1-D4F3EAFF45A9}" srcOrd="0" destOrd="0" parTransId="{3022F683-4F72-444F-AE3E-48CF9CDB0DCD}" sibTransId="{5F48F5C9-6904-46FA-85D1-0C5688491705}"/>
    <dgm:cxn modelId="{E53CC878-AED4-4CC7-A4FA-F7DEB290E1CE}" srcId="{48A7FE04-057C-43B3-AE2C-B967FA299AAA}" destId="{A92473C1-40ED-4C9A-942E-FB670569E45E}" srcOrd="5" destOrd="0" parTransId="{EA89591B-9339-4C83-ADA8-08CF485017F0}" sibTransId="{FA0CF1ED-028E-4193-B8A5-D4B97A1CF345}"/>
    <dgm:cxn modelId="{2C99227C-A8DC-4808-989B-575DC9017F66}" type="presOf" srcId="{07C19449-DF44-4438-8C94-2C7E18EE46A4}" destId="{E46A3E8B-B652-47E7-9138-0CEF2A7395BC}" srcOrd="0" destOrd="0" presId="urn:microsoft.com/office/officeart/2016/7/layout/RepeatingBendingProcessNew"/>
    <dgm:cxn modelId="{71B5D190-6709-4CCF-979E-04E110BC709B}" type="presOf" srcId="{D7607E3C-E98E-40E8-B07E-3C674974C7BB}" destId="{364DF38D-844F-4EC9-883B-04E6AC1007A0}" srcOrd="1" destOrd="0" presId="urn:microsoft.com/office/officeart/2016/7/layout/RepeatingBendingProcessNew"/>
    <dgm:cxn modelId="{E1AE64A2-E46A-498A-AD9D-9F18B3744D17}" srcId="{48A7FE04-057C-43B3-AE2C-B967FA299AAA}" destId="{7C27D51C-B2AB-4057-9775-9A1A1917460B}" srcOrd="4" destOrd="0" parTransId="{D488D1D9-CFE0-4DED-B7A7-9855F076B8DA}" sibTransId="{B4EF6B84-A9DE-4672-B188-D5203EB329C6}"/>
    <dgm:cxn modelId="{B1F720A4-2E43-4F3F-AC88-2F7EC4A9C995}" type="presOf" srcId="{7C27D51C-B2AB-4057-9775-9A1A1917460B}" destId="{C0561CF9-1C2A-4D23-9B2A-109750B63949}" srcOrd="0" destOrd="0" presId="urn:microsoft.com/office/officeart/2016/7/layout/RepeatingBendingProcessNew"/>
    <dgm:cxn modelId="{986B44A4-6CD7-42DE-BF49-B41FC4D840D3}" srcId="{48A7FE04-057C-43B3-AE2C-B967FA299AAA}" destId="{5ACAC697-9BE9-4FB8-91A7-E256DA0A1801}" srcOrd="1" destOrd="0" parTransId="{D5F5456D-10D1-4E67-922E-9B5CADEEC002}" sibTransId="{D7607E3C-E98E-40E8-B07E-3C674974C7BB}"/>
    <dgm:cxn modelId="{63A49CAB-12CC-4BAA-9950-AFBDCAFD446B}" type="presOf" srcId="{B35BCEA6-80A2-418A-8B1B-031E2B1926C9}" destId="{C174FD6A-D4FD-40BF-B47C-197F59F219BE}" srcOrd="0" destOrd="0" presId="urn:microsoft.com/office/officeart/2016/7/layout/RepeatingBendingProcessNew"/>
    <dgm:cxn modelId="{AF008CB5-0321-4ACA-8A6A-C09D45C812C7}" srcId="{48A7FE04-057C-43B3-AE2C-B967FA299AAA}" destId="{EEBA1E0F-9AFD-4FBF-BDE0-3F9589C33A08}" srcOrd="7" destOrd="0" parTransId="{79C2C372-C674-4FA8-BE17-8004AB1F3DBD}" sibTransId="{4DB458BD-3CFC-456A-AC7C-A76FA82C4F8F}"/>
    <dgm:cxn modelId="{8DFC4DBA-C504-4612-857B-B6031E4419B4}" srcId="{48A7FE04-057C-43B3-AE2C-B967FA299AAA}" destId="{CA7CD45C-A375-4BE4-81B3-79E938D614B2}" srcOrd="6" destOrd="0" parTransId="{16F8FF57-843F-4269-8252-FBDBCB0690D2}" sibTransId="{C8901F5C-277D-43FB-B64A-135489E71FA5}"/>
    <dgm:cxn modelId="{525611BE-E556-4BD0-BDE4-1C49BAA23E29}" type="presOf" srcId="{D7607E3C-E98E-40E8-B07E-3C674974C7BB}" destId="{A295E6DA-0E6A-442F-BB0D-A3F5D58DEF87}" srcOrd="0" destOrd="0" presId="urn:microsoft.com/office/officeart/2016/7/layout/RepeatingBendingProcessNew"/>
    <dgm:cxn modelId="{23C9E1C8-BD13-4B90-9BF3-96A3354EC9C7}" type="presOf" srcId="{F37E62C2-C8A3-4D76-9F3B-591847A923EA}" destId="{7DFCE70B-6362-41A7-B1FA-03AD70728075}" srcOrd="0" destOrd="0" presId="urn:microsoft.com/office/officeart/2016/7/layout/RepeatingBendingProcessNew"/>
    <dgm:cxn modelId="{90CE3AC9-9A9A-455D-AE32-E8EB5C99278E}" type="presOf" srcId="{48A7FE04-057C-43B3-AE2C-B967FA299AAA}" destId="{390933CE-BDF5-4A8F-8864-92A1196246A0}" srcOrd="0" destOrd="0" presId="urn:microsoft.com/office/officeart/2016/7/layout/RepeatingBendingProcessNew"/>
    <dgm:cxn modelId="{CA1AB3CC-B9C4-49D0-9AA5-953500F006FB}" type="presOf" srcId="{A92473C1-40ED-4C9A-942E-FB670569E45E}" destId="{62021B5C-6501-4521-8660-058F131E7777}" srcOrd="0" destOrd="0" presId="urn:microsoft.com/office/officeart/2016/7/layout/RepeatingBendingProcessNew"/>
    <dgm:cxn modelId="{A12410D4-BEB6-4825-95B9-41FE1ED3C2EB}" type="presOf" srcId="{FA0CF1ED-028E-4193-B8A5-D4B97A1CF345}" destId="{3AC04931-2D27-4E60-8B76-32052C2214BF}" srcOrd="1" destOrd="0" presId="urn:microsoft.com/office/officeart/2016/7/layout/RepeatingBendingProcessNew"/>
    <dgm:cxn modelId="{24C864D7-EAA5-4B9E-9FE4-202F40B6A7F7}" type="presOf" srcId="{F5DF99D1-1CCF-4A17-BAE1-D4F3EAFF45A9}" destId="{506B2E60-55FF-47CE-B23F-6719EC7DCC8F}" srcOrd="0" destOrd="0" presId="urn:microsoft.com/office/officeart/2016/7/layout/RepeatingBendingProcessNew"/>
    <dgm:cxn modelId="{ADD41BDC-0A0E-413A-95F9-21061020BBAB}" type="presOf" srcId="{C8901F5C-277D-43FB-B64A-135489E71FA5}" destId="{221878A6-6A2F-4603-874F-F3DD3E9E627F}" srcOrd="1" destOrd="0" presId="urn:microsoft.com/office/officeart/2016/7/layout/RepeatingBendingProcessNew"/>
    <dgm:cxn modelId="{A0DF5BE0-E648-4CAC-B88A-00A37D2D82EC}" type="presOf" srcId="{FA0CF1ED-028E-4193-B8A5-D4B97A1CF345}" destId="{E5899FD6-E2AB-4554-813E-27E3628FB8F3}" srcOrd="0" destOrd="0" presId="urn:microsoft.com/office/officeart/2016/7/layout/RepeatingBendingProcessNew"/>
    <dgm:cxn modelId="{AADDF1E0-FDA3-4E2E-B7AE-BE36FF4A37F7}" type="presOf" srcId="{5ACAC697-9BE9-4FB8-91A7-E256DA0A1801}" destId="{B8E3859E-4D74-49E8-9FEF-C9D1B51CEB2E}" srcOrd="0" destOrd="0" presId="urn:microsoft.com/office/officeart/2016/7/layout/RepeatingBendingProcessNew"/>
    <dgm:cxn modelId="{0A8D9299-A5D4-4E17-84FB-18FE2326F26F}" type="presParOf" srcId="{390933CE-BDF5-4A8F-8864-92A1196246A0}" destId="{506B2E60-55FF-47CE-B23F-6719EC7DCC8F}" srcOrd="0" destOrd="0" presId="urn:microsoft.com/office/officeart/2016/7/layout/RepeatingBendingProcessNew"/>
    <dgm:cxn modelId="{66A36D0F-B32D-416E-9068-4AB41DA15868}" type="presParOf" srcId="{390933CE-BDF5-4A8F-8864-92A1196246A0}" destId="{0178332C-8F14-462D-B5EA-54AE0BDD8906}" srcOrd="1" destOrd="0" presId="urn:microsoft.com/office/officeart/2016/7/layout/RepeatingBendingProcessNew"/>
    <dgm:cxn modelId="{842A85B0-E3CD-4068-8045-06907F50FFAF}" type="presParOf" srcId="{0178332C-8F14-462D-B5EA-54AE0BDD8906}" destId="{D6309899-B617-45FE-8AED-67C5E9B4784C}" srcOrd="0" destOrd="0" presId="urn:microsoft.com/office/officeart/2016/7/layout/RepeatingBendingProcessNew"/>
    <dgm:cxn modelId="{3A608FCC-5ACB-41DE-B2BF-C314B58C5252}" type="presParOf" srcId="{390933CE-BDF5-4A8F-8864-92A1196246A0}" destId="{B8E3859E-4D74-49E8-9FEF-C9D1B51CEB2E}" srcOrd="2" destOrd="0" presId="urn:microsoft.com/office/officeart/2016/7/layout/RepeatingBendingProcessNew"/>
    <dgm:cxn modelId="{E1BE5364-52E5-4F2E-8B5C-45033EF93C11}" type="presParOf" srcId="{390933CE-BDF5-4A8F-8864-92A1196246A0}" destId="{A295E6DA-0E6A-442F-BB0D-A3F5D58DEF87}" srcOrd="3" destOrd="0" presId="urn:microsoft.com/office/officeart/2016/7/layout/RepeatingBendingProcessNew"/>
    <dgm:cxn modelId="{BFE0E1F1-1E5E-4570-9980-1EBB4C29A150}" type="presParOf" srcId="{A295E6DA-0E6A-442F-BB0D-A3F5D58DEF87}" destId="{364DF38D-844F-4EC9-883B-04E6AC1007A0}" srcOrd="0" destOrd="0" presId="urn:microsoft.com/office/officeart/2016/7/layout/RepeatingBendingProcessNew"/>
    <dgm:cxn modelId="{27388C96-F5F4-474D-95BD-77BA65B045C8}" type="presParOf" srcId="{390933CE-BDF5-4A8F-8864-92A1196246A0}" destId="{7DFCE70B-6362-41A7-B1FA-03AD70728075}" srcOrd="4" destOrd="0" presId="urn:microsoft.com/office/officeart/2016/7/layout/RepeatingBendingProcessNew"/>
    <dgm:cxn modelId="{5CE0D254-7C05-4FA5-8074-D1D2A8D53428}" type="presParOf" srcId="{390933CE-BDF5-4A8F-8864-92A1196246A0}" destId="{C174FD6A-D4FD-40BF-B47C-197F59F219BE}" srcOrd="5" destOrd="0" presId="urn:microsoft.com/office/officeart/2016/7/layout/RepeatingBendingProcessNew"/>
    <dgm:cxn modelId="{92350A0A-6B66-4ED6-8E37-8949CA7B0736}" type="presParOf" srcId="{C174FD6A-D4FD-40BF-B47C-197F59F219BE}" destId="{4FBDA540-3435-4BB9-8CC2-A12CC4EC4E5E}" srcOrd="0" destOrd="0" presId="urn:microsoft.com/office/officeart/2016/7/layout/RepeatingBendingProcessNew"/>
    <dgm:cxn modelId="{2A0E6215-173E-4099-AD65-5B12D1EC50FC}" type="presParOf" srcId="{390933CE-BDF5-4A8F-8864-92A1196246A0}" destId="{F131514B-9140-45E2-B379-76EE0094DE1E}" srcOrd="6" destOrd="0" presId="urn:microsoft.com/office/officeart/2016/7/layout/RepeatingBendingProcessNew"/>
    <dgm:cxn modelId="{A3B1D6A3-5C53-46E5-B5BF-E1E9C5ED1F4E}" type="presParOf" srcId="{390933CE-BDF5-4A8F-8864-92A1196246A0}" destId="{E46A3E8B-B652-47E7-9138-0CEF2A7395BC}" srcOrd="7" destOrd="0" presId="urn:microsoft.com/office/officeart/2016/7/layout/RepeatingBendingProcessNew"/>
    <dgm:cxn modelId="{20E10547-E323-4AA5-8EEF-A6970EE49B19}" type="presParOf" srcId="{E46A3E8B-B652-47E7-9138-0CEF2A7395BC}" destId="{0EC78C4C-8243-4DAB-9622-9DC5E8420413}" srcOrd="0" destOrd="0" presId="urn:microsoft.com/office/officeart/2016/7/layout/RepeatingBendingProcessNew"/>
    <dgm:cxn modelId="{BF4CB0A7-EB9C-4866-8318-E48B12834BA0}" type="presParOf" srcId="{390933CE-BDF5-4A8F-8864-92A1196246A0}" destId="{C0561CF9-1C2A-4D23-9B2A-109750B63949}" srcOrd="8" destOrd="0" presId="urn:microsoft.com/office/officeart/2016/7/layout/RepeatingBendingProcessNew"/>
    <dgm:cxn modelId="{2D549CC7-447B-4BC3-AAC6-3A8F7A0F174B}" type="presParOf" srcId="{390933CE-BDF5-4A8F-8864-92A1196246A0}" destId="{19D2B642-720D-46F8-899D-724FF38DDB6E}" srcOrd="9" destOrd="0" presId="urn:microsoft.com/office/officeart/2016/7/layout/RepeatingBendingProcessNew"/>
    <dgm:cxn modelId="{59495E4C-3BC6-4965-A212-25652303372F}" type="presParOf" srcId="{19D2B642-720D-46F8-899D-724FF38DDB6E}" destId="{8E928E62-9196-4D1A-9BAB-34F59C084C5F}" srcOrd="0" destOrd="0" presId="urn:microsoft.com/office/officeart/2016/7/layout/RepeatingBendingProcessNew"/>
    <dgm:cxn modelId="{33357A3A-AA74-4F93-ABDB-A1F4DB7B4CDB}" type="presParOf" srcId="{390933CE-BDF5-4A8F-8864-92A1196246A0}" destId="{62021B5C-6501-4521-8660-058F131E7777}" srcOrd="10" destOrd="0" presId="urn:microsoft.com/office/officeart/2016/7/layout/RepeatingBendingProcessNew"/>
    <dgm:cxn modelId="{7C918710-6A35-452F-9C17-05789D857DF5}" type="presParOf" srcId="{390933CE-BDF5-4A8F-8864-92A1196246A0}" destId="{E5899FD6-E2AB-4554-813E-27E3628FB8F3}" srcOrd="11" destOrd="0" presId="urn:microsoft.com/office/officeart/2016/7/layout/RepeatingBendingProcessNew"/>
    <dgm:cxn modelId="{5B5B80F5-2842-4258-B9F3-4C24F75330C7}" type="presParOf" srcId="{E5899FD6-E2AB-4554-813E-27E3628FB8F3}" destId="{3AC04931-2D27-4E60-8B76-32052C2214BF}" srcOrd="0" destOrd="0" presId="urn:microsoft.com/office/officeart/2016/7/layout/RepeatingBendingProcessNew"/>
    <dgm:cxn modelId="{C4952798-D91C-465F-9067-261D5A512E77}" type="presParOf" srcId="{390933CE-BDF5-4A8F-8864-92A1196246A0}" destId="{1C1948D2-6CC5-4E0A-9626-F87CE0F51274}" srcOrd="12" destOrd="0" presId="urn:microsoft.com/office/officeart/2016/7/layout/RepeatingBendingProcessNew"/>
    <dgm:cxn modelId="{3304B19E-9500-4E99-A6BC-30E79657FADC}" type="presParOf" srcId="{390933CE-BDF5-4A8F-8864-92A1196246A0}" destId="{29C35CC2-D353-40B0-8AB0-CD7D53CFF1D5}" srcOrd="13" destOrd="0" presId="urn:microsoft.com/office/officeart/2016/7/layout/RepeatingBendingProcessNew"/>
    <dgm:cxn modelId="{B487E535-84D8-45E1-9083-61294479439A}" type="presParOf" srcId="{29C35CC2-D353-40B0-8AB0-CD7D53CFF1D5}" destId="{221878A6-6A2F-4603-874F-F3DD3E9E627F}" srcOrd="0" destOrd="0" presId="urn:microsoft.com/office/officeart/2016/7/layout/RepeatingBendingProcessNew"/>
    <dgm:cxn modelId="{4E61FAA9-24FA-4167-B559-AB3E4E6B78A9}" type="presParOf" srcId="{390933CE-BDF5-4A8F-8864-92A1196246A0}" destId="{0D2E5D3F-68C4-4682-829B-4CF753E31F92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E493C7-E118-4D4F-82E7-A91F505AF60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DCE5A0-80FE-4825-89DA-C5CB71D852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Solution: We developed SHRESHTA to completely digitalize and streamline workflows autonomously.</a:t>
          </a:r>
        </a:p>
      </dgm:t>
    </dgm:pt>
    <dgm:pt modelId="{99F09151-7EE8-42F9-B732-56D4CA9FAF65}" type="parTrans" cxnId="{1FF4A9B1-B578-4FFB-A6E4-395333A8F4CB}">
      <dgm:prSet/>
      <dgm:spPr/>
      <dgm:t>
        <a:bodyPr/>
        <a:lstStyle/>
        <a:p>
          <a:endParaRPr lang="en-US"/>
        </a:p>
      </dgm:t>
    </dgm:pt>
    <dgm:pt modelId="{5355CAF8-844A-458D-BFF1-0B576A0BF681}" type="sibTrans" cxnId="{1FF4A9B1-B578-4FFB-A6E4-395333A8F4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60C61E-60CB-47EB-84AC-FCB5C12759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Methodologies: Next.js client-side rendering, Firebase Firestore (NoSQL), HTML5 Canvas templates, and strict RBAC.</a:t>
          </a:r>
        </a:p>
      </dgm:t>
    </dgm:pt>
    <dgm:pt modelId="{B0839A2F-561B-4F0A-BDC2-935B927AB3D3}" type="parTrans" cxnId="{0C803AAC-6C4E-4892-B597-CBC63031DF07}">
      <dgm:prSet/>
      <dgm:spPr/>
      <dgm:t>
        <a:bodyPr/>
        <a:lstStyle/>
        <a:p>
          <a:endParaRPr lang="en-US"/>
        </a:p>
      </dgm:t>
    </dgm:pt>
    <dgm:pt modelId="{82EE68B2-02EE-4B93-82A5-0AAB0BAEA37C}" type="sibTrans" cxnId="{0C803AAC-6C4E-4892-B597-CBC63031DF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35092C-6F89-4881-8A21-209BAD0067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Impact: Achieved a 100% paperless cycle, reduced check-in time to under 5 seconds, and provided real-time transparency.</a:t>
          </a:r>
        </a:p>
      </dgm:t>
    </dgm:pt>
    <dgm:pt modelId="{F3E17F11-AF8C-4423-82BB-0EA62DF1536F}" type="parTrans" cxnId="{73F98FE7-1E3A-40B0-92B7-317D6D300357}">
      <dgm:prSet/>
      <dgm:spPr/>
      <dgm:t>
        <a:bodyPr/>
        <a:lstStyle/>
        <a:p>
          <a:endParaRPr lang="en-US"/>
        </a:p>
      </dgm:t>
    </dgm:pt>
    <dgm:pt modelId="{E7643731-034D-4673-B738-552C86158569}" type="sibTrans" cxnId="{73F98FE7-1E3A-40B0-92B7-317D6D300357}">
      <dgm:prSet/>
      <dgm:spPr/>
      <dgm:t>
        <a:bodyPr/>
        <a:lstStyle/>
        <a:p>
          <a:endParaRPr lang="en-US"/>
        </a:p>
      </dgm:t>
    </dgm:pt>
    <dgm:pt modelId="{BD533944-7BA2-4335-AF97-2B385FAEF3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Problem: Hosting large-scale inter-collegiate fests involves massive logistical hurdles—long queues, paper tracking, manual verification, and delayed certificates.</a:t>
          </a:r>
        </a:p>
      </dgm:t>
    </dgm:pt>
    <dgm:pt modelId="{CDF317BF-2CA9-4C0B-9653-4B7B5BC97911}" type="sibTrans" cxnId="{EC2408D3-C9D6-4E26-9940-D2A1B13C84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23B6C5-9F9E-4AC8-9516-9A051CA39C36}" type="parTrans" cxnId="{EC2408D3-C9D6-4E26-9940-D2A1B13C84F5}">
      <dgm:prSet/>
      <dgm:spPr/>
      <dgm:t>
        <a:bodyPr/>
        <a:lstStyle/>
        <a:p>
          <a:endParaRPr lang="en-US"/>
        </a:p>
      </dgm:t>
    </dgm:pt>
    <dgm:pt modelId="{D6069595-45E4-4B36-91A1-66D62965ADB5}" type="pres">
      <dgm:prSet presAssocID="{26E493C7-E118-4D4F-82E7-A91F505AF60B}" presName="root" presStyleCnt="0">
        <dgm:presLayoutVars>
          <dgm:dir/>
          <dgm:resizeHandles val="exact"/>
        </dgm:presLayoutVars>
      </dgm:prSet>
      <dgm:spPr/>
    </dgm:pt>
    <dgm:pt modelId="{B24962FE-F5BE-4B02-BE0E-D37487BD7D7A}" type="pres">
      <dgm:prSet presAssocID="{26E493C7-E118-4D4F-82E7-A91F505AF60B}" presName="container" presStyleCnt="0">
        <dgm:presLayoutVars>
          <dgm:dir/>
          <dgm:resizeHandles val="exact"/>
        </dgm:presLayoutVars>
      </dgm:prSet>
      <dgm:spPr/>
    </dgm:pt>
    <dgm:pt modelId="{4DA82E8F-8A1B-49CF-B56F-FDE25D7C2A1C}" type="pres">
      <dgm:prSet presAssocID="{BD533944-7BA2-4335-AF97-2B385FAEF3B5}" presName="compNode" presStyleCnt="0"/>
      <dgm:spPr/>
    </dgm:pt>
    <dgm:pt modelId="{1D7BFAD7-B19E-4148-95FA-30537D11EA36}" type="pres">
      <dgm:prSet presAssocID="{BD533944-7BA2-4335-AF97-2B385FAEF3B5}" presName="iconBgRect" presStyleLbl="bgShp" presStyleIdx="0" presStyleCnt="4"/>
      <dgm:spPr/>
    </dgm:pt>
    <dgm:pt modelId="{3150FE83-19BC-436F-B738-FDAE3FC23F14}" type="pres">
      <dgm:prSet presAssocID="{BD533944-7BA2-4335-AF97-2B385FAEF3B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CF60C60D-343C-4534-B070-B2ABBD5F0129}" type="pres">
      <dgm:prSet presAssocID="{BD533944-7BA2-4335-AF97-2B385FAEF3B5}" presName="spaceRect" presStyleCnt="0"/>
      <dgm:spPr/>
    </dgm:pt>
    <dgm:pt modelId="{DD3FD731-F423-4C0F-A4B6-656956C4003B}" type="pres">
      <dgm:prSet presAssocID="{BD533944-7BA2-4335-AF97-2B385FAEF3B5}" presName="textRect" presStyleLbl="revTx" presStyleIdx="0" presStyleCnt="4">
        <dgm:presLayoutVars>
          <dgm:chMax val="1"/>
          <dgm:chPref val="1"/>
        </dgm:presLayoutVars>
      </dgm:prSet>
      <dgm:spPr/>
    </dgm:pt>
    <dgm:pt modelId="{B5C97F73-592F-4046-A6C7-0EB882B8971E}" type="pres">
      <dgm:prSet presAssocID="{CDF317BF-2CA9-4C0B-9653-4B7B5BC97911}" presName="sibTrans" presStyleLbl="sibTrans2D1" presStyleIdx="0" presStyleCnt="0"/>
      <dgm:spPr/>
    </dgm:pt>
    <dgm:pt modelId="{8864EA8B-C8D0-4099-80A5-3ED2D252AE70}" type="pres">
      <dgm:prSet presAssocID="{A7DCE5A0-80FE-4825-89DA-C5CB71D8526C}" presName="compNode" presStyleCnt="0"/>
      <dgm:spPr/>
    </dgm:pt>
    <dgm:pt modelId="{E8379C76-B227-4298-8978-A10C07501C29}" type="pres">
      <dgm:prSet presAssocID="{A7DCE5A0-80FE-4825-89DA-C5CB71D8526C}" presName="iconBgRect" presStyleLbl="bgShp" presStyleIdx="1" presStyleCnt="4"/>
      <dgm:spPr/>
    </dgm:pt>
    <dgm:pt modelId="{681579C2-E53F-4E56-B194-0394803EE1A9}" type="pres">
      <dgm:prSet presAssocID="{A7DCE5A0-80FE-4825-89DA-C5CB71D8526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D80181C-1182-4526-99AF-02194B734CCE}" type="pres">
      <dgm:prSet presAssocID="{A7DCE5A0-80FE-4825-89DA-C5CB71D8526C}" presName="spaceRect" presStyleCnt="0"/>
      <dgm:spPr/>
    </dgm:pt>
    <dgm:pt modelId="{D03CA17D-EA4C-43E0-918E-65D54245870C}" type="pres">
      <dgm:prSet presAssocID="{A7DCE5A0-80FE-4825-89DA-C5CB71D8526C}" presName="textRect" presStyleLbl="revTx" presStyleIdx="1" presStyleCnt="4">
        <dgm:presLayoutVars>
          <dgm:chMax val="1"/>
          <dgm:chPref val="1"/>
        </dgm:presLayoutVars>
      </dgm:prSet>
      <dgm:spPr/>
    </dgm:pt>
    <dgm:pt modelId="{9FB8DFDD-29BD-44F2-9CB1-B788119E3AD2}" type="pres">
      <dgm:prSet presAssocID="{5355CAF8-844A-458D-BFF1-0B576A0BF681}" presName="sibTrans" presStyleLbl="sibTrans2D1" presStyleIdx="0" presStyleCnt="0"/>
      <dgm:spPr/>
    </dgm:pt>
    <dgm:pt modelId="{1E5712E7-00BD-4289-8EBB-69C24C2E4307}" type="pres">
      <dgm:prSet presAssocID="{8660C61E-60CB-47EB-84AC-FCB5C1275982}" presName="compNode" presStyleCnt="0"/>
      <dgm:spPr/>
    </dgm:pt>
    <dgm:pt modelId="{5797CCFF-A646-4282-91C8-C0F82C35DAFD}" type="pres">
      <dgm:prSet presAssocID="{8660C61E-60CB-47EB-84AC-FCB5C1275982}" presName="iconBgRect" presStyleLbl="bgShp" presStyleIdx="2" presStyleCnt="4"/>
      <dgm:spPr/>
    </dgm:pt>
    <dgm:pt modelId="{3A781489-82C7-42BB-9913-6AFBD607714B}" type="pres">
      <dgm:prSet presAssocID="{8660C61E-60CB-47EB-84AC-FCB5C127598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86F26F4-0180-4737-9304-3FBEC354304E}" type="pres">
      <dgm:prSet presAssocID="{8660C61E-60CB-47EB-84AC-FCB5C1275982}" presName="spaceRect" presStyleCnt="0"/>
      <dgm:spPr/>
    </dgm:pt>
    <dgm:pt modelId="{D752FD57-9DC7-4621-B06D-F115554D2964}" type="pres">
      <dgm:prSet presAssocID="{8660C61E-60CB-47EB-84AC-FCB5C1275982}" presName="textRect" presStyleLbl="revTx" presStyleIdx="2" presStyleCnt="4">
        <dgm:presLayoutVars>
          <dgm:chMax val="1"/>
          <dgm:chPref val="1"/>
        </dgm:presLayoutVars>
      </dgm:prSet>
      <dgm:spPr/>
    </dgm:pt>
    <dgm:pt modelId="{1F9C6115-8443-458E-B5E4-239993D54808}" type="pres">
      <dgm:prSet presAssocID="{82EE68B2-02EE-4B93-82A5-0AAB0BAEA37C}" presName="sibTrans" presStyleLbl="sibTrans2D1" presStyleIdx="0" presStyleCnt="0"/>
      <dgm:spPr/>
    </dgm:pt>
    <dgm:pt modelId="{E00ED2E2-8491-4A72-A2B8-F95E76F213A8}" type="pres">
      <dgm:prSet presAssocID="{3335092C-6F89-4881-8A21-209BAD00671A}" presName="compNode" presStyleCnt="0"/>
      <dgm:spPr/>
    </dgm:pt>
    <dgm:pt modelId="{E065FB16-3A26-4CCC-8476-7AB2B2A486C6}" type="pres">
      <dgm:prSet presAssocID="{3335092C-6F89-4881-8A21-209BAD00671A}" presName="iconBgRect" presStyleLbl="bgShp" presStyleIdx="3" presStyleCnt="4"/>
      <dgm:spPr/>
    </dgm:pt>
    <dgm:pt modelId="{A069E234-3022-47C4-82AF-65EA50BFA862}" type="pres">
      <dgm:prSet presAssocID="{3335092C-6F89-4881-8A21-209BAD00671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B2A5070-1080-4291-9D47-1127571E9185}" type="pres">
      <dgm:prSet presAssocID="{3335092C-6F89-4881-8A21-209BAD00671A}" presName="spaceRect" presStyleCnt="0"/>
      <dgm:spPr/>
    </dgm:pt>
    <dgm:pt modelId="{CE799408-A69F-4032-BA9B-DEC84739361D}" type="pres">
      <dgm:prSet presAssocID="{3335092C-6F89-4881-8A21-209BAD00671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28FD08-8D06-474D-9A72-7368F10D8C09}" type="presOf" srcId="{3335092C-6F89-4881-8A21-209BAD00671A}" destId="{CE799408-A69F-4032-BA9B-DEC84739361D}" srcOrd="0" destOrd="0" presId="urn:microsoft.com/office/officeart/2018/2/layout/IconCircleList"/>
    <dgm:cxn modelId="{384F8230-22B6-474B-B204-FFFDCAB4FE91}" type="presOf" srcId="{5355CAF8-844A-458D-BFF1-0B576A0BF681}" destId="{9FB8DFDD-29BD-44F2-9CB1-B788119E3AD2}" srcOrd="0" destOrd="0" presId="urn:microsoft.com/office/officeart/2018/2/layout/IconCircleList"/>
    <dgm:cxn modelId="{19CB1D48-4F5C-4258-8EE9-97A8D3E79567}" type="presOf" srcId="{8660C61E-60CB-47EB-84AC-FCB5C1275982}" destId="{D752FD57-9DC7-4621-B06D-F115554D2964}" srcOrd="0" destOrd="0" presId="urn:microsoft.com/office/officeart/2018/2/layout/IconCircleList"/>
    <dgm:cxn modelId="{CCBB8569-B134-4FFD-AC11-496CA9A90E6F}" type="presOf" srcId="{CDF317BF-2CA9-4C0B-9653-4B7B5BC97911}" destId="{B5C97F73-592F-4046-A6C7-0EB882B8971E}" srcOrd="0" destOrd="0" presId="urn:microsoft.com/office/officeart/2018/2/layout/IconCircleList"/>
    <dgm:cxn modelId="{889BCE7B-E331-44F0-A349-9DE6091E3CBD}" type="presOf" srcId="{A7DCE5A0-80FE-4825-89DA-C5CB71D8526C}" destId="{D03CA17D-EA4C-43E0-918E-65D54245870C}" srcOrd="0" destOrd="0" presId="urn:microsoft.com/office/officeart/2018/2/layout/IconCircleList"/>
    <dgm:cxn modelId="{A24DD48F-C2CF-41A8-A813-BECDCFCDC967}" type="presOf" srcId="{26E493C7-E118-4D4F-82E7-A91F505AF60B}" destId="{D6069595-45E4-4B36-91A1-66D62965ADB5}" srcOrd="0" destOrd="0" presId="urn:microsoft.com/office/officeart/2018/2/layout/IconCircleList"/>
    <dgm:cxn modelId="{0C803AAC-6C4E-4892-B597-CBC63031DF07}" srcId="{26E493C7-E118-4D4F-82E7-A91F505AF60B}" destId="{8660C61E-60CB-47EB-84AC-FCB5C1275982}" srcOrd="2" destOrd="0" parTransId="{B0839A2F-561B-4F0A-BDC2-935B927AB3D3}" sibTransId="{82EE68B2-02EE-4B93-82A5-0AAB0BAEA37C}"/>
    <dgm:cxn modelId="{1FF4A9B1-B578-4FFB-A6E4-395333A8F4CB}" srcId="{26E493C7-E118-4D4F-82E7-A91F505AF60B}" destId="{A7DCE5A0-80FE-4825-89DA-C5CB71D8526C}" srcOrd="1" destOrd="0" parTransId="{99F09151-7EE8-42F9-B732-56D4CA9FAF65}" sibTransId="{5355CAF8-844A-458D-BFF1-0B576A0BF681}"/>
    <dgm:cxn modelId="{EC2408D3-C9D6-4E26-9940-D2A1B13C84F5}" srcId="{26E493C7-E118-4D4F-82E7-A91F505AF60B}" destId="{BD533944-7BA2-4335-AF97-2B385FAEF3B5}" srcOrd="0" destOrd="0" parTransId="{0423B6C5-9F9E-4AC8-9516-9A051CA39C36}" sibTransId="{CDF317BF-2CA9-4C0B-9653-4B7B5BC97911}"/>
    <dgm:cxn modelId="{8F1A31DA-E73D-498C-AE0A-91EF3EE10F24}" type="presOf" srcId="{82EE68B2-02EE-4B93-82A5-0AAB0BAEA37C}" destId="{1F9C6115-8443-458E-B5E4-239993D54808}" srcOrd="0" destOrd="0" presId="urn:microsoft.com/office/officeart/2018/2/layout/IconCircleList"/>
    <dgm:cxn modelId="{CE5E06E2-5531-46F2-93A8-CA5F40D6FA9B}" type="presOf" srcId="{BD533944-7BA2-4335-AF97-2B385FAEF3B5}" destId="{DD3FD731-F423-4C0F-A4B6-656956C4003B}" srcOrd="0" destOrd="0" presId="urn:microsoft.com/office/officeart/2018/2/layout/IconCircleList"/>
    <dgm:cxn modelId="{73F98FE7-1E3A-40B0-92B7-317D6D300357}" srcId="{26E493C7-E118-4D4F-82E7-A91F505AF60B}" destId="{3335092C-6F89-4881-8A21-209BAD00671A}" srcOrd="3" destOrd="0" parTransId="{F3E17F11-AF8C-4423-82BB-0EA62DF1536F}" sibTransId="{E7643731-034D-4673-B738-552C86158569}"/>
    <dgm:cxn modelId="{7504B77A-1CD6-4E3D-86AF-6BB3E8D1E190}" type="presParOf" srcId="{D6069595-45E4-4B36-91A1-66D62965ADB5}" destId="{B24962FE-F5BE-4B02-BE0E-D37487BD7D7A}" srcOrd="0" destOrd="0" presId="urn:microsoft.com/office/officeart/2018/2/layout/IconCircleList"/>
    <dgm:cxn modelId="{8AD0EA33-2A6C-4891-B2AE-5CFCBEEC7F32}" type="presParOf" srcId="{B24962FE-F5BE-4B02-BE0E-D37487BD7D7A}" destId="{4DA82E8F-8A1B-49CF-B56F-FDE25D7C2A1C}" srcOrd="0" destOrd="0" presId="urn:microsoft.com/office/officeart/2018/2/layout/IconCircleList"/>
    <dgm:cxn modelId="{8170DB90-6D7C-4186-B703-6F6C7A8778F1}" type="presParOf" srcId="{4DA82E8F-8A1B-49CF-B56F-FDE25D7C2A1C}" destId="{1D7BFAD7-B19E-4148-95FA-30537D11EA36}" srcOrd="0" destOrd="0" presId="urn:microsoft.com/office/officeart/2018/2/layout/IconCircleList"/>
    <dgm:cxn modelId="{79D123B8-2686-4DA6-84BF-CCA172EC42F8}" type="presParOf" srcId="{4DA82E8F-8A1B-49CF-B56F-FDE25D7C2A1C}" destId="{3150FE83-19BC-436F-B738-FDAE3FC23F14}" srcOrd="1" destOrd="0" presId="urn:microsoft.com/office/officeart/2018/2/layout/IconCircleList"/>
    <dgm:cxn modelId="{53E4266B-B6A7-4995-BEA1-9748FC9C0CF6}" type="presParOf" srcId="{4DA82E8F-8A1B-49CF-B56F-FDE25D7C2A1C}" destId="{CF60C60D-343C-4534-B070-B2ABBD5F0129}" srcOrd="2" destOrd="0" presId="urn:microsoft.com/office/officeart/2018/2/layout/IconCircleList"/>
    <dgm:cxn modelId="{2D4AE829-2F72-4F77-9A21-D393FCC49C51}" type="presParOf" srcId="{4DA82E8F-8A1B-49CF-B56F-FDE25D7C2A1C}" destId="{DD3FD731-F423-4C0F-A4B6-656956C4003B}" srcOrd="3" destOrd="0" presId="urn:microsoft.com/office/officeart/2018/2/layout/IconCircleList"/>
    <dgm:cxn modelId="{E1E4883C-5A89-4799-9FBB-030A6B138B8B}" type="presParOf" srcId="{B24962FE-F5BE-4B02-BE0E-D37487BD7D7A}" destId="{B5C97F73-592F-4046-A6C7-0EB882B8971E}" srcOrd="1" destOrd="0" presId="urn:microsoft.com/office/officeart/2018/2/layout/IconCircleList"/>
    <dgm:cxn modelId="{EBAD990E-6492-440C-910A-368610820A92}" type="presParOf" srcId="{B24962FE-F5BE-4B02-BE0E-D37487BD7D7A}" destId="{8864EA8B-C8D0-4099-80A5-3ED2D252AE70}" srcOrd="2" destOrd="0" presId="urn:microsoft.com/office/officeart/2018/2/layout/IconCircleList"/>
    <dgm:cxn modelId="{ACB22C02-5F3C-4361-829D-6FC3ECAEA8B7}" type="presParOf" srcId="{8864EA8B-C8D0-4099-80A5-3ED2D252AE70}" destId="{E8379C76-B227-4298-8978-A10C07501C29}" srcOrd="0" destOrd="0" presId="urn:microsoft.com/office/officeart/2018/2/layout/IconCircleList"/>
    <dgm:cxn modelId="{8E5B50CB-6E8C-4A03-8CAF-96410F9D353E}" type="presParOf" srcId="{8864EA8B-C8D0-4099-80A5-3ED2D252AE70}" destId="{681579C2-E53F-4E56-B194-0394803EE1A9}" srcOrd="1" destOrd="0" presId="urn:microsoft.com/office/officeart/2018/2/layout/IconCircleList"/>
    <dgm:cxn modelId="{6555E9E0-F17D-424D-A034-AA89F643FE3B}" type="presParOf" srcId="{8864EA8B-C8D0-4099-80A5-3ED2D252AE70}" destId="{2D80181C-1182-4526-99AF-02194B734CCE}" srcOrd="2" destOrd="0" presId="urn:microsoft.com/office/officeart/2018/2/layout/IconCircleList"/>
    <dgm:cxn modelId="{AD7377E2-E705-4683-B9EE-152FF8E75685}" type="presParOf" srcId="{8864EA8B-C8D0-4099-80A5-3ED2D252AE70}" destId="{D03CA17D-EA4C-43E0-918E-65D54245870C}" srcOrd="3" destOrd="0" presId="urn:microsoft.com/office/officeart/2018/2/layout/IconCircleList"/>
    <dgm:cxn modelId="{B4E56285-BEC6-410E-8DFD-7002D50B6C05}" type="presParOf" srcId="{B24962FE-F5BE-4B02-BE0E-D37487BD7D7A}" destId="{9FB8DFDD-29BD-44F2-9CB1-B788119E3AD2}" srcOrd="3" destOrd="0" presId="urn:microsoft.com/office/officeart/2018/2/layout/IconCircleList"/>
    <dgm:cxn modelId="{A26BF492-3F64-46F3-A11D-2B6BA60D3157}" type="presParOf" srcId="{B24962FE-F5BE-4B02-BE0E-D37487BD7D7A}" destId="{1E5712E7-00BD-4289-8EBB-69C24C2E4307}" srcOrd="4" destOrd="0" presId="urn:microsoft.com/office/officeart/2018/2/layout/IconCircleList"/>
    <dgm:cxn modelId="{5FCF2556-9B65-4AB6-994F-E14BB17B5C6D}" type="presParOf" srcId="{1E5712E7-00BD-4289-8EBB-69C24C2E4307}" destId="{5797CCFF-A646-4282-91C8-C0F82C35DAFD}" srcOrd="0" destOrd="0" presId="urn:microsoft.com/office/officeart/2018/2/layout/IconCircleList"/>
    <dgm:cxn modelId="{80351BDF-4FAD-4ABF-9863-15E5B8C5C05D}" type="presParOf" srcId="{1E5712E7-00BD-4289-8EBB-69C24C2E4307}" destId="{3A781489-82C7-42BB-9913-6AFBD607714B}" srcOrd="1" destOrd="0" presId="urn:microsoft.com/office/officeart/2018/2/layout/IconCircleList"/>
    <dgm:cxn modelId="{D9AA7CCB-D4F1-41F3-88FC-8167223F0635}" type="presParOf" srcId="{1E5712E7-00BD-4289-8EBB-69C24C2E4307}" destId="{086F26F4-0180-4737-9304-3FBEC354304E}" srcOrd="2" destOrd="0" presId="urn:microsoft.com/office/officeart/2018/2/layout/IconCircleList"/>
    <dgm:cxn modelId="{7D0374A4-D28E-4249-BDE9-277F6463F7D5}" type="presParOf" srcId="{1E5712E7-00BD-4289-8EBB-69C24C2E4307}" destId="{D752FD57-9DC7-4621-B06D-F115554D2964}" srcOrd="3" destOrd="0" presId="urn:microsoft.com/office/officeart/2018/2/layout/IconCircleList"/>
    <dgm:cxn modelId="{2149ED16-5D83-4A4C-A9D3-1735AD20AFC3}" type="presParOf" srcId="{B24962FE-F5BE-4B02-BE0E-D37487BD7D7A}" destId="{1F9C6115-8443-458E-B5E4-239993D54808}" srcOrd="5" destOrd="0" presId="urn:microsoft.com/office/officeart/2018/2/layout/IconCircleList"/>
    <dgm:cxn modelId="{D39DFE28-3924-4295-861E-2C988A61DF76}" type="presParOf" srcId="{B24962FE-F5BE-4B02-BE0E-D37487BD7D7A}" destId="{E00ED2E2-8491-4A72-A2B8-F95E76F213A8}" srcOrd="6" destOrd="0" presId="urn:microsoft.com/office/officeart/2018/2/layout/IconCircleList"/>
    <dgm:cxn modelId="{0E1015D8-3C91-4137-822A-3AD7131B6EAF}" type="presParOf" srcId="{E00ED2E2-8491-4A72-A2B8-F95E76F213A8}" destId="{E065FB16-3A26-4CCC-8476-7AB2B2A486C6}" srcOrd="0" destOrd="0" presId="urn:microsoft.com/office/officeart/2018/2/layout/IconCircleList"/>
    <dgm:cxn modelId="{AECF92BE-9A98-43E0-BB3A-A29DFE0934E8}" type="presParOf" srcId="{E00ED2E2-8491-4A72-A2B8-F95E76F213A8}" destId="{A069E234-3022-47C4-82AF-65EA50BFA862}" srcOrd="1" destOrd="0" presId="urn:microsoft.com/office/officeart/2018/2/layout/IconCircleList"/>
    <dgm:cxn modelId="{DBC3B32B-2FA5-4891-88DB-F191E5B26EB2}" type="presParOf" srcId="{E00ED2E2-8491-4A72-A2B8-F95E76F213A8}" destId="{7B2A5070-1080-4291-9D47-1127571E9185}" srcOrd="2" destOrd="0" presId="urn:microsoft.com/office/officeart/2018/2/layout/IconCircleList"/>
    <dgm:cxn modelId="{773EAF34-A0D9-478C-A10D-8E78B622890E}" type="presParOf" srcId="{E00ED2E2-8491-4A72-A2B8-F95E76F213A8}" destId="{CE799408-A69F-4032-BA9B-DEC84739361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F4F12B-0538-4F12-99AC-5419D4F4DA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3698951-F684-4FFB-A819-EAEA84967DBA}">
      <dgm:prSet/>
      <dgm:spPr/>
      <dgm:t>
        <a:bodyPr/>
        <a:lstStyle/>
        <a:p>
          <a:r>
            <a:rPr lang="en-US"/>
            <a:t>The Current Context: Event management heavily relies on legacy workflows like Excel sheets and cash-based counters causing duplicate entries and tedious financial verification.</a:t>
          </a:r>
        </a:p>
      </dgm:t>
    </dgm:pt>
    <dgm:pt modelId="{697E0AF0-5FF9-4399-8C63-8BEFEB61A204}" type="parTrans" cxnId="{BE4286F5-13D9-459D-AC73-F0DCD0911025}">
      <dgm:prSet/>
      <dgm:spPr/>
      <dgm:t>
        <a:bodyPr/>
        <a:lstStyle/>
        <a:p>
          <a:endParaRPr lang="en-US"/>
        </a:p>
      </dgm:t>
    </dgm:pt>
    <dgm:pt modelId="{28F6AA65-C584-48A8-9536-356DC5146F7B}" type="sibTrans" cxnId="{BE4286F5-13D9-459D-AC73-F0DCD0911025}">
      <dgm:prSet/>
      <dgm:spPr/>
      <dgm:t>
        <a:bodyPr/>
        <a:lstStyle/>
        <a:p>
          <a:endParaRPr lang="en-US"/>
        </a:p>
      </dgm:t>
    </dgm:pt>
    <dgm:pt modelId="{3BEB4BF7-ECAB-4CC2-AAB2-BBA04CB6AB86}">
      <dgm:prSet/>
      <dgm:spPr/>
      <dgm:t>
        <a:bodyPr/>
        <a:lstStyle/>
        <a:p>
          <a:r>
            <a:rPr lang="en-US"/>
            <a:t>Our Digital Transformation: By leveraging modern web technologies and Firebase Serverless computing, we built a centralized application acting as a single source of truth.</a:t>
          </a:r>
        </a:p>
      </dgm:t>
    </dgm:pt>
    <dgm:pt modelId="{D47765D8-009B-4FA9-B133-249C93BB35F6}" type="parTrans" cxnId="{1E01574D-DFE2-4A5A-B9EE-B6393913CC8A}">
      <dgm:prSet/>
      <dgm:spPr/>
      <dgm:t>
        <a:bodyPr/>
        <a:lstStyle/>
        <a:p>
          <a:endParaRPr lang="en-US"/>
        </a:p>
      </dgm:t>
    </dgm:pt>
    <dgm:pt modelId="{EDCCED01-3997-4F4A-AB10-CB1FC44126BF}" type="sibTrans" cxnId="{1E01574D-DFE2-4A5A-B9EE-B6393913CC8A}">
      <dgm:prSet/>
      <dgm:spPr/>
      <dgm:t>
        <a:bodyPr/>
        <a:lstStyle/>
        <a:p>
          <a:endParaRPr lang="en-US"/>
        </a:p>
      </dgm:t>
    </dgm:pt>
    <dgm:pt modelId="{4A6B3AD7-FC8E-4495-8717-296CDD6E3F5C}" type="pres">
      <dgm:prSet presAssocID="{34F4F12B-0538-4F12-99AC-5419D4F4DA5B}" presName="root" presStyleCnt="0">
        <dgm:presLayoutVars>
          <dgm:dir/>
          <dgm:resizeHandles val="exact"/>
        </dgm:presLayoutVars>
      </dgm:prSet>
      <dgm:spPr/>
    </dgm:pt>
    <dgm:pt modelId="{FD448F7E-ED58-4576-8F7A-985548B48BFA}" type="pres">
      <dgm:prSet presAssocID="{03698951-F684-4FFB-A819-EAEA84967DBA}" presName="compNode" presStyleCnt="0"/>
      <dgm:spPr/>
    </dgm:pt>
    <dgm:pt modelId="{113263F2-B094-4D4B-A13B-E4F38653ED8F}" type="pres">
      <dgm:prSet presAssocID="{03698951-F684-4FFB-A819-EAEA84967DBA}" presName="bgRect" presStyleLbl="bgShp" presStyleIdx="0" presStyleCnt="2"/>
      <dgm:spPr/>
    </dgm:pt>
    <dgm:pt modelId="{CD605019-F2BE-493B-A965-9676C8909FE4}" type="pres">
      <dgm:prSet presAssocID="{03698951-F684-4FFB-A819-EAEA84967DB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1174E5E-1A40-46F3-8935-1A86FBD1BBA5}" type="pres">
      <dgm:prSet presAssocID="{03698951-F684-4FFB-A819-EAEA84967DBA}" presName="spaceRect" presStyleCnt="0"/>
      <dgm:spPr/>
    </dgm:pt>
    <dgm:pt modelId="{D77FD315-1839-455B-8215-62D2AE8E62C5}" type="pres">
      <dgm:prSet presAssocID="{03698951-F684-4FFB-A819-EAEA84967DBA}" presName="parTx" presStyleLbl="revTx" presStyleIdx="0" presStyleCnt="2">
        <dgm:presLayoutVars>
          <dgm:chMax val="0"/>
          <dgm:chPref val="0"/>
        </dgm:presLayoutVars>
      </dgm:prSet>
      <dgm:spPr/>
    </dgm:pt>
    <dgm:pt modelId="{746D9B61-D99D-4888-A966-6959E74F5B4B}" type="pres">
      <dgm:prSet presAssocID="{28F6AA65-C584-48A8-9536-356DC5146F7B}" presName="sibTrans" presStyleCnt="0"/>
      <dgm:spPr/>
    </dgm:pt>
    <dgm:pt modelId="{3C42E818-4B96-4F4F-892E-2D7F591AD33F}" type="pres">
      <dgm:prSet presAssocID="{3BEB4BF7-ECAB-4CC2-AAB2-BBA04CB6AB86}" presName="compNode" presStyleCnt="0"/>
      <dgm:spPr/>
    </dgm:pt>
    <dgm:pt modelId="{41040309-2100-4492-A47E-CC1380E59781}" type="pres">
      <dgm:prSet presAssocID="{3BEB4BF7-ECAB-4CC2-AAB2-BBA04CB6AB86}" presName="bgRect" presStyleLbl="bgShp" presStyleIdx="1" presStyleCnt="2"/>
      <dgm:spPr/>
    </dgm:pt>
    <dgm:pt modelId="{DA90DD5B-B1A9-4FE1-B54C-12E7DE77F082}" type="pres">
      <dgm:prSet presAssocID="{3BEB4BF7-ECAB-4CC2-AAB2-BBA04CB6AB8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1FC5789-5CE8-4110-AB78-EA21F6B95F4A}" type="pres">
      <dgm:prSet presAssocID="{3BEB4BF7-ECAB-4CC2-AAB2-BBA04CB6AB86}" presName="spaceRect" presStyleCnt="0"/>
      <dgm:spPr/>
    </dgm:pt>
    <dgm:pt modelId="{079FCB5E-35A1-4568-BC32-73A280A2C848}" type="pres">
      <dgm:prSet presAssocID="{3BEB4BF7-ECAB-4CC2-AAB2-BBA04CB6AB8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E01574D-DFE2-4A5A-B9EE-B6393913CC8A}" srcId="{34F4F12B-0538-4F12-99AC-5419D4F4DA5B}" destId="{3BEB4BF7-ECAB-4CC2-AAB2-BBA04CB6AB86}" srcOrd="1" destOrd="0" parTransId="{D47765D8-009B-4FA9-B133-249C93BB35F6}" sibTransId="{EDCCED01-3997-4F4A-AB10-CB1FC44126BF}"/>
    <dgm:cxn modelId="{41ABBB94-A73D-429C-B1E1-10DE9A3401B1}" type="presOf" srcId="{34F4F12B-0538-4F12-99AC-5419D4F4DA5B}" destId="{4A6B3AD7-FC8E-4495-8717-296CDD6E3F5C}" srcOrd="0" destOrd="0" presId="urn:microsoft.com/office/officeart/2018/2/layout/IconVerticalSolidList"/>
    <dgm:cxn modelId="{CC3D2895-7602-406C-AEA7-10C3B2B2039B}" type="presOf" srcId="{3BEB4BF7-ECAB-4CC2-AAB2-BBA04CB6AB86}" destId="{079FCB5E-35A1-4568-BC32-73A280A2C848}" srcOrd="0" destOrd="0" presId="urn:microsoft.com/office/officeart/2018/2/layout/IconVerticalSolidList"/>
    <dgm:cxn modelId="{FB1441E9-0EE7-4335-9A17-2EF641BA0ED6}" type="presOf" srcId="{03698951-F684-4FFB-A819-EAEA84967DBA}" destId="{D77FD315-1839-455B-8215-62D2AE8E62C5}" srcOrd="0" destOrd="0" presId="urn:microsoft.com/office/officeart/2018/2/layout/IconVerticalSolidList"/>
    <dgm:cxn modelId="{BE4286F5-13D9-459D-AC73-F0DCD0911025}" srcId="{34F4F12B-0538-4F12-99AC-5419D4F4DA5B}" destId="{03698951-F684-4FFB-A819-EAEA84967DBA}" srcOrd="0" destOrd="0" parTransId="{697E0AF0-5FF9-4399-8C63-8BEFEB61A204}" sibTransId="{28F6AA65-C584-48A8-9536-356DC5146F7B}"/>
    <dgm:cxn modelId="{F403B76C-4373-4453-B9CC-0D282AE68EE1}" type="presParOf" srcId="{4A6B3AD7-FC8E-4495-8717-296CDD6E3F5C}" destId="{FD448F7E-ED58-4576-8F7A-985548B48BFA}" srcOrd="0" destOrd="0" presId="urn:microsoft.com/office/officeart/2018/2/layout/IconVerticalSolidList"/>
    <dgm:cxn modelId="{2D824650-BECA-4355-8B18-016536177431}" type="presParOf" srcId="{FD448F7E-ED58-4576-8F7A-985548B48BFA}" destId="{113263F2-B094-4D4B-A13B-E4F38653ED8F}" srcOrd="0" destOrd="0" presId="urn:microsoft.com/office/officeart/2018/2/layout/IconVerticalSolidList"/>
    <dgm:cxn modelId="{DC891DCF-12DA-4825-82DA-96544F9FE8FF}" type="presParOf" srcId="{FD448F7E-ED58-4576-8F7A-985548B48BFA}" destId="{CD605019-F2BE-493B-A965-9676C8909FE4}" srcOrd="1" destOrd="0" presId="urn:microsoft.com/office/officeart/2018/2/layout/IconVerticalSolidList"/>
    <dgm:cxn modelId="{BACF243A-A4F9-4289-BF1E-D8FB69143036}" type="presParOf" srcId="{FD448F7E-ED58-4576-8F7A-985548B48BFA}" destId="{D1174E5E-1A40-46F3-8935-1A86FBD1BBA5}" srcOrd="2" destOrd="0" presId="urn:microsoft.com/office/officeart/2018/2/layout/IconVerticalSolidList"/>
    <dgm:cxn modelId="{741BAB29-C8F3-406F-ACF1-D1048DD1BDE4}" type="presParOf" srcId="{FD448F7E-ED58-4576-8F7A-985548B48BFA}" destId="{D77FD315-1839-455B-8215-62D2AE8E62C5}" srcOrd="3" destOrd="0" presId="urn:microsoft.com/office/officeart/2018/2/layout/IconVerticalSolidList"/>
    <dgm:cxn modelId="{1C21D9CE-1219-4662-A528-34D8217F0E49}" type="presParOf" srcId="{4A6B3AD7-FC8E-4495-8717-296CDD6E3F5C}" destId="{746D9B61-D99D-4888-A966-6959E74F5B4B}" srcOrd="1" destOrd="0" presId="urn:microsoft.com/office/officeart/2018/2/layout/IconVerticalSolidList"/>
    <dgm:cxn modelId="{2CB62691-2877-4A9E-89F4-7654DEDCC44A}" type="presParOf" srcId="{4A6B3AD7-FC8E-4495-8717-296CDD6E3F5C}" destId="{3C42E818-4B96-4F4F-892E-2D7F591AD33F}" srcOrd="2" destOrd="0" presId="urn:microsoft.com/office/officeart/2018/2/layout/IconVerticalSolidList"/>
    <dgm:cxn modelId="{D1C34B21-ED07-41D2-9295-CB0FDD8F42D7}" type="presParOf" srcId="{3C42E818-4B96-4F4F-892E-2D7F591AD33F}" destId="{41040309-2100-4492-A47E-CC1380E59781}" srcOrd="0" destOrd="0" presId="urn:microsoft.com/office/officeart/2018/2/layout/IconVerticalSolidList"/>
    <dgm:cxn modelId="{FBA46C5A-0D57-4C07-9097-BD8DB5ECA473}" type="presParOf" srcId="{3C42E818-4B96-4F4F-892E-2D7F591AD33F}" destId="{DA90DD5B-B1A9-4FE1-B54C-12E7DE77F082}" srcOrd="1" destOrd="0" presId="urn:microsoft.com/office/officeart/2018/2/layout/IconVerticalSolidList"/>
    <dgm:cxn modelId="{5A9BC2D8-7C99-4F5B-BC22-8208D4AE6821}" type="presParOf" srcId="{3C42E818-4B96-4F4F-892E-2D7F591AD33F}" destId="{C1FC5789-5CE8-4110-AB78-EA21F6B95F4A}" srcOrd="2" destOrd="0" presId="urn:microsoft.com/office/officeart/2018/2/layout/IconVerticalSolidList"/>
    <dgm:cxn modelId="{4F6CDBB9-B503-47C1-AE9E-FDF29B9223AB}" type="presParOf" srcId="{3C42E818-4B96-4F4F-892E-2D7F591AD33F}" destId="{079FCB5E-35A1-4568-BC32-73A280A2C8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E1E850-E891-47BC-8D60-1E59EF37442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EE00FA-0E1B-4413-BE1D-143273DFF0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Eliminate Paper Trails: Store 100% of registrations on secured cloud.</a:t>
          </a:r>
        </a:p>
      </dgm:t>
    </dgm:pt>
    <dgm:pt modelId="{55BF5488-B5B2-42FE-88CF-18F76CB50DEE}" type="parTrans" cxnId="{2B808107-F445-4226-AD23-FA38E9A6E126}">
      <dgm:prSet/>
      <dgm:spPr/>
      <dgm:t>
        <a:bodyPr/>
        <a:lstStyle/>
        <a:p>
          <a:endParaRPr lang="en-US"/>
        </a:p>
      </dgm:t>
    </dgm:pt>
    <dgm:pt modelId="{69800547-0F76-4D24-A978-09DC51D885A1}" type="sibTrans" cxnId="{2B808107-F445-4226-AD23-FA38E9A6E126}">
      <dgm:prSet/>
      <dgm:spPr/>
      <dgm:t>
        <a:bodyPr/>
        <a:lstStyle/>
        <a:p>
          <a:endParaRPr lang="en-US"/>
        </a:p>
      </dgm:t>
    </dgm:pt>
    <dgm:pt modelId="{BEA3EC9E-6FBB-48EC-ACEA-939DF9AB04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Optimize Check-in Efficiency: Dramatically cut queue times.</a:t>
          </a:r>
        </a:p>
      </dgm:t>
    </dgm:pt>
    <dgm:pt modelId="{65138A11-6FED-4AD9-B8C0-89FA99D48FA4}" type="parTrans" cxnId="{3E8D4256-D925-4CFB-9758-1A012C395262}">
      <dgm:prSet/>
      <dgm:spPr/>
      <dgm:t>
        <a:bodyPr/>
        <a:lstStyle/>
        <a:p>
          <a:endParaRPr lang="en-US"/>
        </a:p>
      </dgm:t>
    </dgm:pt>
    <dgm:pt modelId="{3DB9BA6E-D348-4530-B79D-B5936B8B8AF6}" type="sibTrans" cxnId="{3E8D4256-D925-4CFB-9758-1A012C395262}">
      <dgm:prSet/>
      <dgm:spPr/>
      <dgm:t>
        <a:bodyPr/>
        <a:lstStyle/>
        <a:p>
          <a:endParaRPr lang="en-US"/>
        </a:p>
      </dgm:t>
    </dgm:pt>
    <dgm:pt modelId="{074FB2D2-A3F3-4C6A-87EA-212677A761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Automate Validations: Establish a flawless digital payment (UTR) workflow.</a:t>
          </a:r>
        </a:p>
      </dgm:t>
    </dgm:pt>
    <dgm:pt modelId="{68B58B92-C26A-43A0-A20C-359B376F747A}" type="parTrans" cxnId="{D8478993-B70E-48E1-A2E8-BEFA040AD550}">
      <dgm:prSet/>
      <dgm:spPr/>
      <dgm:t>
        <a:bodyPr/>
        <a:lstStyle/>
        <a:p>
          <a:endParaRPr lang="en-US"/>
        </a:p>
      </dgm:t>
    </dgm:pt>
    <dgm:pt modelId="{5C563797-D161-4BCD-859E-5D74EA9AB580}" type="sibTrans" cxnId="{D8478993-B70E-48E1-A2E8-BEFA040AD550}">
      <dgm:prSet/>
      <dgm:spPr/>
      <dgm:t>
        <a:bodyPr/>
        <a:lstStyle/>
        <a:p>
          <a:endParaRPr lang="en-US"/>
        </a:p>
      </dgm:t>
    </dgm:pt>
    <dgm:pt modelId="{4F8CBB0B-4E08-44F6-AAC1-80AF8EC19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Zero-Touch Rewards: Overlay names algorithmically for certificates.</a:t>
          </a:r>
        </a:p>
      </dgm:t>
    </dgm:pt>
    <dgm:pt modelId="{20BE97FC-C203-4757-8B5A-2725730F1777}" type="parTrans" cxnId="{A0961787-6E2E-4084-8D30-B90D1855A31F}">
      <dgm:prSet/>
      <dgm:spPr/>
      <dgm:t>
        <a:bodyPr/>
        <a:lstStyle/>
        <a:p>
          <a:endParaRPr lang="en-US"/>
        </a:p>
      </dgm:t>
    </dgm:pt>
    <dgm:pt modelId="{02B2C7DE-99BE-408F-A798-57726FB78B1D}" type="sibTrans" cxnId="{A0961787-6E2E-4084-8D30-B90D1855A31F}">
      <dgm:prSet/>
      <dgm:spPr/>
      <dgm:t>
        <a:bodyPr/>
        <a:lstStyle/>
        <a:p>
          <a:endParaRPr lang="en-US"/>
        </a:p>
      </dgm:t>
    </dgm:pt>
    <dgm:pt modelId="{91FB0A42-67BB-407D-BEE4-0FC1668A0B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5. Provide Real-Time Analytics via strict RBAC.</a:t>
          </a:r>
        </a:p>
      </dgm:t>
    </dgm:pt>
    <dgm:pt modelId="{E33416BF-4606-46E0-9D00-9724DC95FD87}" type="parTrans" cxnId="{8DB5C26C-6585-4C56-ADB5-554680B2D664}">
      <dgm:prSet/>
      <dgm:spPr/>
      <dgm:t>
        <a:bodyPr/>
        <a:lstStyle/>
        <a:p>
          <a:endParaRPr lang="en-US"/>
        </a:p>
      </dgm:t>
    </dgm:pt>
    <dgm:pt modelId="{68082011-8BD2-495F-A681-E87081B310C0}" type="sibTrans" cxnId="{8DB5C26C-6585-4C56-ADB5-554680B2D664}">
      <dgm:prSet/>
      <dgm:spPr/>
      <dgm:t>
        <a:bodyPr/>
        <a:lstStyle/>
        <a:p>
          <a:endParaRPr lang="en-US"/>
        </a:p>
      </dgm:t>
    </dgm:pt>
    <dgm:pt modelId="{A1AC4010-720A-4D7E-B89F-EAD839E1F064}" type="pres">
      <dgm:prSet presAssocID="{CBE1E850-E891-47BC-8D60-1E59EF37442C}" presName="Name0" presStyleCnt="0">
        <dgm:presLayoutVars>
          <dgm:dir/>
          <dgm:resizeHandles val="exact"/>
        </dgm:presLayoutVars>
      </dgm:prSet>
      <dgm:spPr/>
    </dgm:pt>
    <dgm:pt modelId="{0F85D474-B93C-418B-A4A4-CE483A41C0A2}" type="pres">
      <dgm:prSet presAssocID="{CBEE00FA-0E1B-4413-BE1D-143273DFF0FD}" presName="node" presStyleLbl="node1" presStyleIdx="0" presStyleCnt="5">
        <dgm:presLayoutVars>
          <dgm:bulletEnabled val="1"/>
        </dgm:presLayoutVars>
      </dgm:prSet>
      <dgm:spPr/>
    </dgm:pt>
    <dgm:pt modelId="{4FD897F3-C0D1-4D06-BB8E-6F23DF97D5B4}" type="pres">
      <dgm:prSet presAssocID="{69800547-0F76-4D24-A978-09DC51D885A1}" presName="sibTrans" presStyleLbl="sibTrans1D1" presStyleIdx="0" presStyleCnt="4"/>
      <dgm:spPr/>
    </dgm:pt>
    <dgm:pt modelId="{B7E5BD02-6794-4E23-B4F1-56FA7F62A23D}" type="pres">
      <dgm:prSet presAssocID="{69800547-0F76-4D24-A978-09DC51D885A1}" presName="connectorText" presStyleLbl="sibTrans1D1" presStyleIdx="0" presStyleCnt="4"/>
      <dgm:spPr/>
    </dgm:pt>
    <dgm:pt modelId="{8A589B51-1154-4174-8272-2DA394768254}" type="pres">
      <dgm:prSet presAssocID="{BEA3EC9E-6FBB-48EC-ACEA-939DF9AB046A}" presName="node" presStyleLbl="node1" presStyleIdx="1" presStyleCnt="5">
        <dgm:presLayoutVars>
          <dgm:bulletEnabled val="1"/>
        </dgm:presLayoutVars>
      </dgm:prSet>
      <dgm:spPr/>
    </dgm:pt>
    <dgm:pt modelId="{1D22B376-BEB5-423D-8093-9725192FE0A2}" type="pres">
      <dgm:prSet presAssocID="{3DB9BA6E-D348-4530-B79D-B5936B8B8AF6}" presName="sibTrans" presStyleLbl="sibTrans1D1" presStyleIdx="1" presStyleCnt="4"/>
      <dgm:spPr/>
    </dgm:pt>
    <dgm:pt modelId="{2B387C8C-7DC2-4063-9877-E39C8530DEA9}" type="pres">
      <dgm:prSet presAssocID="{3DB9BA6E-D348-4530-B79D-B5936B8B8AF6}" presName="connectorText" presStyleLbl="sibTrans1D1" presStyleIdx="1" presStyleCnt="4"/>
      <dgm:spPr/>
    </dgm:pt>
    <dgm:pt modelId="{CFFC8878-53E2-45FA-96F9-B5D0F738E669}" type="pres">
      <dgm:prSet presAssocID="{074FB2D2-A3F3-4C6A-87EA-212677A761D7}" presName="node" presStyleLbl="node1" presStyleIdx="2" presStyleCnt="5">
        <dgm:presLayoutVars>
          <dgm:bulletEnabled val="1"/>
        </dgm:presLayoutVars>
      </dgm:prSet>
      <dgm:spPr/>
    </dgm:pt>
    <dgm:pt modelId="{3F7FD82D-24C4-4DE3-AAB3-29775AD3E6AE}" type="pres">
      <dgm:prSet presAssocID="{5C563797-D161-4BCD-859E-5D74EA9AB580}" presName="sibTrans" presStyleLbl="sibTrans1D1" presStyleIdx="2" presStyleCnt="4"/>
      <dgm:spPr/>
    </dgm:pt>
    <dgm:pt modelId="{92A09896-5C94-4407-A07B-C7F8E0C1F948}" type="pres">
      <dgm:prSet presAssocID="{5C563797-D161-4BCD-859E-5D74EA9AB580}" presName="connectorText" presStyleLbl="sibTrans1D1" presStyleIdx="2" presStyleCnt="4"/>
      <dgm:spPr/>
    </dgm:pt>
    <dgm:pt modelId="{E9C2EF27-20E0-4600-82A7-9DDF08AB8A39}" type="pres">
      <dgm:prSet presAssocID="{4F8CBB0B-4E08-44F6-AAC1-80AF8EC19F61}" presName="node" presStyleLbl="node1" presStyleIdx="3" presStyleCnt="5">
        <dgm:presLayoutVars>
          <dgm:bulletEnabled val="1"/>
        </dgm:presLayoutVars>
      </dgm:prSet>
      <dgm:spPr/>
    </dgm:pt>
    <dgm:pt modelId="{D7B0C0DE-D128-4D8C-90FA-2D74305EE8CB}" type="pres">
      <dgm:prSet presAssocID="{02B2C7DE-99BE-408F-A798-57726FB78B1D}" presName="sibTrans" presStyleLbl="sibTrans1D1" presStyleIdx="3" presStyleCnt="4"/>
      <dgm:spPr/>
    </dgm:pt>
    <dgm:pt modelId="{18AD4045-9CBC-4542-85E0-42AB3F3ABAFA}" type="pres">
      <dgm:prSet presAssocID="{02B2C7DE-99BE-408F-A798-57726FB78B1D}" presName="connectorText" presStyleLbl="sibTrans1D1" presStyleIdx="3" presStyleCnt="4"/>
      <dgm:spPr/>
    </dgm:pt>
    <dgm:pt modelId="{716CA9B1-0CF5-484E-980A-13F54B05F17A}" type="pres">
      <dgm:prSet presAssocID="{91FB0A42-67BB-407D-BEE4-0FC1668A0B6A}" presName="node" presStyleLbl="node1" presStyleIdx="4" presStyleCnt="5">
        <dgm:presLayoutVars>
          <dgm:bulletEnabled val="1"/>
        </dgm:presLayoutVars>
      </dgm:prSet>
      <dgm:spPr/>
    </dgm:pt>
  </dgm:ptLst>
  <dgm:cxnLst>
    <dgm:cxn modelId="{2B808107-F445-4226-AD23-FA38E9A6E126}" srcId="{CBE1E850-E891-47BC-8D60-1E59EF37442C}" destId="{CBEE00FA-0E1B-4413-BE1D-143273DFF0FD}" srcOrd="0" destOrd="0" parTransId="{55BF5488-B5B2-42FE-88CF-18F76CB50DEE}" sibTransId="{69800547-0F76-4D24-A978-09DC51D885A1}"/>
    <dgm:cxn modelId="{499DE611-8A22-4787-8FC8-C16C4578B1D4}" type="presOf" srcId="{02B2C7DE-99BE-408F-A798-57726FB78B1D}" destId="{D7B0C0DE-D128-4D8C-90FA-2D74305EE8CB}" srcOrd="0" destOrd="0" presId="urn:microsoft.com/office/officeart/2016/7/layout/RepeatingBendingProcessNew"/>
    <dgm:cxn modelId="{1E16C516-9431-4118-AC3C-B6B3D0CDA8C1}" type="presOf" srcId="{4F8CBB0B-4E08-44F6-AAC1-80AF8EC19F61}" destId="{E9C2EF27-20E0-4600-82A7-9DDF08AB8A39}" srcOrd="0" destOrd="0" presId="urn:microsoft.com/office/officeart/2016/7/layout/RepeatingBendingProcessNew"/>
    <dgm:cxn modelId="{82CA7D22-A213-45C5-A959-C62457381A79}" type="presOf" srcId="{5C563797-D161-4BCD-859E-5D74EA9AB580}" destId="{92A09896-5C94-4407-A07B-C7F8E0C1F948}" srcOrd="1" destOrd="0" presId="urn:microsoft.com/office/officeart/2016/7/layout/RepeatingBendingProcessNew"/>
    <dgm:cxn modelId="{4E222132-2EB2-4EFF-AB06-83395BFAF508}" type="presOf" srcId="{3DB9BA6E-D348-4530-B79D-B5936B8B8AF6}" destId="{2B387C8C-7DC2-4063-9877-E39C8530DEA9}" srcOrd="1" destOrd="0" presId="urn:microsoft.com/office/officeart/2016/7/layout/RepeatingBendingProcessNew"/>
    <dgm:cxn modelId="{8AD3AD34-19A8-412B-B80F-70A34A2D287D}" type="presOf" srcId="{69800547-0F76-4D24-A978-09DC51D885A1}" destId="{4FD897F3-C0D1-4D06-BB8E-6F23DF97D5B4}" srcOrd="0" destOrd="0" presId="urn:microsoft.com/office/officeart/2016/7/layout/RepeatingBendingProcessNew"/>
    <dgm:cxn modelId="{A15B4142-349D-451E-BF61-C74A5E5AD715}" type="presOf" srcId="{5C563797-D161-4BCD-859E-5D74EA9AB580}" destId="{3F7FD82D-24C4-4DE3-AAB3-29775AD3E6AE}" srcOrd="0" destOrd="0" presId="urn:microsoft.com/office/officeart/2016/7/layout/RepeatingBendingProcessNew"/>
    <dgm:cxn modelId="{8DB5C26C-6585-4C56-ADB5-554680B2D664}" srcId="{CBE1E850-E891-47BC-8D60-1E59EF37442C}" destId="{91FB0A42-67BB-407D-BEE4-0FC1668A0B6A}" srcOrd="4" destOrd="0" parTransId="{E33416BF-4606-46E0-9D00-9724DC95FD87}" sibTransId="{68082011-8BD2-495F-A681-E87081B310C0}"/>
    <dgm:cxn modelId="{3E8D4256-D925-4CFB-9758-1A012C395262}" srcId="{CBE1E850-E891-47BC-8D60-1E59EF37442C}" destId="{BEA3EC9E-6FBB-48EC-ACEA-939DF9AB046A}" srcOrd="1" destOrd="0" parTransId="{65138A11-6FED-4AD9-B8C0-89FA99D48FA4}" sibTransId="{3DB9BA6E-D348-4530-B79D-B5936B8B8AF6}"/>
    <dgm:cxn modelId="{A0961787-6E2E-4084-8D30-B90D1855A31F}" srcId="{CBE1E850-E891-47BC-8D60-1E59EF37442C}" destId="{4F8CBB0B-4E08-44F6-AAC1-80AF8EC19F61}" srcOrd="3" destOrd="0" parTransId="{20BE97FC-C203-4757-8B5A-2725730F1777}" sibTransId="{02B2C7DE-99BE-408F-A798-57726FB78B1D}"/>
    <dgm:cxn modelId="{4FC82C8A-052C-464C-9CE2-28A2EF87AFBD}" type="presOf" srcId="{074FB2D2-A3F3-4C6A-87EA-212677A761D7}" destId="{CFFC8878-53E2-45FA-96F9-B5D0F738E669}" srcOrd="0" destOrd="0" presId="urn:microsoft.com/office/officeart/2016/7/layout/RepeatingBendingProcessNew"/>
    <dgm:cxn modelId="{293B3791-5301-4288-ADCC-D3CAF206D8A9}" type="presOf" srcId="{CBE1E850-E891-47BC-8D60-1E59EF37442C}" destId="{A1AC4010-720A-4D7E-B89F-EAD839E1F064}" srcOrd="0" destOrd="0" presId="urn:microsoft.com/office/officeart/2016/7/layout/RepeatingBendingProcessNew"/>
    <dgm:cxn modelId="{D8478993-B70E-48E1-A2E8-BEFA040AD550}" srcId="{CBE1E850-E891-47BC-8D60-1E59EF37442C}" destId="{074FB2D2-A3F3-4C6A-87EA-212677A761D7}" srcOrd="2" destOrd="0" parTransId="{68B58B92-C26A-43A0-A20C-359B376F747A}" sibTransId="{5C563797-D161-4BCD-859E-5D74EA9AB580}"/>
    <dgm:cxn modelId="{0F775EC5-0DE6-44F0-9A49-C730C6F0ED46}" type="presOf" srcId="{3DB9BA6E-D348-4530-B79D-B5936B8B8AF6}" destId="{1D22B376-BEB5-423D-8093-9725192FE0A2}" srcOrd="0" destOrd="0" presId="urn:microsoft.com/office/officeart/2016/7/layout/RepeatingBendingProcessNew"/>
    <dgm:cxn modelId="{F04A54DE-03A3-41F7-BBC7-B76DF94959CC}" type="presOf" srcId="{CBEE00FA-0E1B-4413-BE1D-143273DFF0FD}" destId="{0F85D474-B93C-418B-A4A4-CE483A41C0A2}" srcOrd="0" destOrd="0" presId="urn:microsoft.com/office/officeart/2016/7/layout/RepeatingBendingProcessNew"/>
    <dgm:cxn modelId="{48F2E3E0-CAA0-43CA-BF20-FF9E5BB91980}" type="presOf" srcId="{BEA3EC9E-6FBB-48EC-ACEA-939DF9AB046A}" destId="{8A589B51-1154-4174-8272-2DA394768254}" srcOrd="0" destOrd="0" presId="urn:microsoft.com/office/officeart/2016/7/layout/RepeatingBendingProcessNew"/>
    <dgm:cxn modelId="{FFF6ACEE-2929-4845-8A5D-C4BEF9773F4A}" type="presOf" srcId="{69800547-0F76-4D24-A978-09DC51D885A1}" destId="{B7E5BD02-6794-4E23-B4F1-56FA7F62A23D}" srcOrd="1" destOrd="0" presId="urn:microsoft.com/office/officeart/2016/7/layout/RepeatingBendingProcessNew"/>
    <dgm:cxn modelId="{C5AEFEFA-C775-4A2A-A729-CE9B6F0229EE}" type="presOf" srcId="{02B2C7DE-99BE-408F-A798-57726FB78B1D}" destId="{18AD4045-9CBC-4542-85E0-42AB3F3ABAFA}" srcOrd="1" destOrd="0" presId="urn:microsoft.com/office/officeart/2016/7/layout/RepeatingBendingProcessNew"/>
    <dgm:cxn modelId="{19B59BFD-3959-470B-8B71-9B032D839822}" type="presOf" srcId="{91FB0A42-67BB-407D-BEE4-0FC1668A0B6A}" destId="{716CA9B1-0CF5-484E-980A-13F54B05F17A}" srcOrd="0" destOrd="0" presId="urn:microsoft.com/office/officeart/2016/7/layout/RepeatingBendingProcessNew"/>
    <dgm:cxn modelId="{AFCA3C01-9B63-4265-A67E-9A7B537F9A95}" type="presParOf" srcId="{A1AC4010-720A-4D7E-B89F-EAD839E1F064}" destId="{0F85D474-B93C-418B-A4A4-CE483A41C0A2}" srcOrd="0" destOrd="0" presId="urn:microsoft.com/office/officeart/2016/7/layout/RepeatingBendingProcessNew"/>
    <dgm:cxn modelId="{6E5788ED-2904-4042-A444-49D8D543E5BA}" type="presParOf" srcId="{A1AC4010-720A-4D7E-B89F-EAD839E1F064}" destId="{4FD897F3-C0D1-4D06-BB8E-6F23DF97D5B4}" srcOrd="1" destOrd="0" presId="urn:microsoft.com/office/officeart/2016/7/layout/RepeatingBendingProcessNew"/>
    <dgm:cxn modelId="{AA1D96C7-62A6-41B0-825A-3BB2B1D43E1C}" type="presParOf" srcId="{4FD897F3-C0D1-4D06-BB8E-6F23DF97D5B4}" destId="{B7E5BD02-6794-4E23-B4F1-56FA7F62A23D}" srcOrd="0" destOrd="0" presId="urn:microsoft.com/office/officeart/2016/7/layout/RepeatingBendingProcessNew"/>
    <dgm:cxn modelId="{B4DEF537-FB64-4E37-A018-53451A2D78CE}" type="presParOf" srcId="{A1AC4010-720A-4D7E-B89F-EAD839E1F064}" destId="{8A589B51-1154-4174-8272-2DA394768254}" srcOrd="2" destOrd="0" presId="urn:microsoft.com/office/officeart/2016/7/layout/RepeatingBendingProcessNew"/>
    <dgm:cxn modelId="{95340B0A-20F0-4AA2-96BB-B0ECC7267C22}" type="presParOf" srcId="{A1AC4010-720A-4D7E-B89F-EAD839E1F064}" destId="{1D22B376-BEB5-423D-8093-9725192FE0A2}" srcOrd="3" destOrd="0" presId="urn:microsoft.com/office/officeart/2016/7/layout/RepeatingBendingProcessNew"/>
    <dgm:cxn modelId="{B88C72C7-A726-4401-9315-E2249458D23E}" type="presParOf" srcId="{1D22B376-BEB5-423D-8093-9725192FE0A2}" destId="{2B387C8C-7DC2-4063-9877-E39C8530DEA9}" srcOrd="0" destOrd="0" presId="urn:microsoft.com/office/officeart/2016/7/layout/RepeatingBendingProcessNew"/>
    <dgm:cxn modelId="{35532AEE-5CFD-4B12-90FC-1F266FD0F534}" type="presParOf" srcId="{A1AC4010-720A-4D7E-B89F-EAD839E1F064}" destId="{CFFC8878-53E2-45FA-96F9-B5D0F738E669}" srcOrd="4" destOrd="0" presId="urn:microsoft.com/office/officeart/2016/7/layout/RepeatingBendingProcessNew"/>
    <dgm:cxn modelId="{8267C658-5A83-4986-8782-6AD5E37ED49E}" type="presParOf" srcId="{A1AC4010-720A-4D7E-B89F-EAD839E1F064}" destId="{3F7FD82D-24C4-4DE3-AAB3-29775AD3E6AE}" srcOrd="5" destOrd="0" presId="urn:microsoft.com/office/officeart/2016/7/layout/RepeatingBendingProcessNew"/>
    <dgm:cxn modelId="{4C92675F-1BA2-412A-80CC-9EEF0C0267C3}" type="presParOf" srcId="{3F7FD82D-24C4-4DE3-AAB3-29775AD3E6AE}" destId="{92A09896-5C94-4407-A07B-C7F8E0C1F948}" srcOrd="0" destOrd="0" presId="urn:microsoft.com/office/officeart/2016/7/layout/RepeatingBendingProcessNew"/>
    <dgm:cxn modelId="{2F818DAC-9FDA-4486-BC7C-C0E05E54C556}" type="presParOf" srcId="{A1AC4010-720A-4D7E-B89F-EAD839E1F064}" destId="{E9C2EF27-20E0-4600-82A7-9DDF08AB8A39}" srcOrd="6" destOrd="0" presId="urn:microsoft.com/office/officeart/2016/7/layout/RepeatingBendingProcessNew"/>
    <dgm:cxn modelId="{477B1DA9-263D-4DA4-8DFC-DF8DCC988516}" type="presParOf" srcId="{A1AC4010-720A-4D7E-B89F-EAD839E1F064}" destId="{D7B0C0DE-D128-4D8C-90FA-2D74305EE8CB}" srcOrd="7" destOrd="0" presId="urn:microsoft.com/office/officeart/2016/7/layout/RepeatingBendingProcessNew"/>
    <dgm:cxn modelId="{E5DF7A72-9E98-4827-8E36-2DFD06F4671C}" type="presParOf" srcId="{D7B0C0DE-D128-4D8C-90FA-2D74305EE8CB}" destId="{18AD4045-9CBC-4542-85E0-42AB3F3ABAFA}" srcOrd="0" destOrd="0" presId="urn:microsoft.com/office/officeart/2016/7/layout/RepeatingBendingProcessNew"/>
    <dgm:cxn modelId="{E693ED79-C1A2-45E8-ACE5-5C933FB8FDD0}" type="presParOf" srcId="{A1AC4010-720A-4D7E-B89F-EAD839E1F064}" destId="{716CA9B1-0CF5-484E-980A-13F54B05F17A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864033-955D-4CEE-AECE-E59C75B0A7F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0E92B94-1457-4A00-B0DA-A9BE2EDE9719}">
      <dgm:prSet/>
      <dgm:spPr/>
      <dgm:t>
        <a:bodyPr/>
        <a:lstStyle/>
        <a:p>
          <a:r>
            <a:rPr lang="en-US"/>
            <a:t>The algorithm establishes definitively that high-friction physical event procedures can be entirely replaced by scalable micro-architectures.</a:t>
          </a:r>
        </a:p>
      </dgm:t>
    </dgm:pt>
    <dgm:pt modelId="{667DFF79-2526-47C2-B921-D9EB8E5A3440}" type="parTrans" cxnId="{1469BB53-E892-44B9-A733-D81A554459D3}">
      <dgm:prSet/>
      <dgm:spPr/>
      <dgm:t>
        <a:bodyPr/>
        <a:lstStyle/>
        <a:p>
          <a:endParaRPr lang="en-US"/>
        </a:p>
      </dgm:t>
    </dgm:pt>
    <dgm:pt modelId="{D3AE6C5A-AA7B-47A1-A4E3-3566CE2D73FF}" type="sibTrans" cxnId="{1469BB53-E892-44B9-A733-D81A554459D3}">
      <dgm:prSet/>
      <dgm:spPr/>
      <dgm:t>
        <a:bodyPr/>
        <a:lstStyle/>
        <a:p>
          <a:endParaRPr lang="en-US"/>
        </a:p>
      </dgm:t>
    </dgm:pt>
    <dgm:pt modelId="{A4BB908A-8B09-4EFE-900E-F6BEC62E650B}">
      <dgm:prSet/>
      <dgm:spPr/>
      <dgm:t>
        <a:bodyPr/>
        <a:lstStyle/>
        <a:p>
          <a:r>
            <a:rPr lang="en-US"/>
            <a:t>Participants experienced frictionless onboarding.</a:t>
          </a:r>
        </a:p>
      </dgm:t>
    </dgm:pt>
    <dgm:pt modelId="{68DECFCB-9623-4209-AEAB-47334F4EB994}" type="parTrans" cxnId="{C6CA547D-2C3B-48E6-8158-2227D5303EB5}">
      <dgm:prSet/>
      <dgm:spPr/>
      <dgm:t>
        <a:bodyPr/>
        <a:lstStyle/>
        <a:p>
          <a:endParaRPr lang="en-US"/>
        </a:p>
      </dgm:t>
    </dgm:pt>
    <dgm:pt modelId="{DA4ED49D-5CA5-4C11-B1BE-E84B76F5B46C}" type="sibTrans" cxnId="{C6CA547D-2C3B-48E6-8158-2227D5303EB5}">
      <dgm:prSet/>
      <dgm:spPr/>
      <dgm:t>
        <a:bodyPr/>
        <a:lstStyle/>
        <a:p>
          <a:endParaRPr lang="en-US"/>
        </a:p>
      </dgm:t>
    </dgm:pt>
    <dgm:pt modelId="{E0891C07-5566-4836-9355-B2E235899AAE}">
      <dgm:prSet/>
      <dgm:spPr/>
      <dgm:t>
        <a:bodyPr/>
        <a:lstStyle/>
        <a:p>
          <a:r>
            <a:rPr lang="en-US"/>
            <a:t>Administrative faculty bypassed overlapping labor constraints.</a:t>
          </a:r>
        </a:p>
      </dgm:t>
    </dgm:pt>
    <dgm:pt modelId="{4ECC09BC-847D-46B3-B2EC-A8BE7C685F28}" type="parTrans" cxnId="{EF372151-7F2F-44ED-83F7-2543253A94E8}">
      <dgm:prSet/>
      <dgm:spPr/>
      <dgm:t>
        <a:bodyPr/>
        <a:lstStyle/>
        <a:p>
          <a:endParaRPr lang="en-US"/>
        </a:p>
      </dgm:t>
    </dgm:pt>
    <dgm:pt modelId="{A3D31EE2-1B28-482F-BFF1-3D0E58122B29}" type="sibTrans" cxnId="{EF372151-7F2F-44ED-83F7-2543253A94E8}">
      <dgm:prSet/>
      <dgm:spPr/>
      <dgm:t>
        <a:bodyPr/>
        <a:lstStyle/>
        <a:p>
          <a:endParaRPr lang="en-US"/>
        </a:p>
      </dgm:t>
    </dgm:pt>
    <dgm:pt modelId="{36D045E2-2F2F-40A2-9F15-7092F011DE7B}">
      <dgm:prSet/>
      <dgm:spPr/>
      <dgm:t>
        <a:bodyPr/>
        <a:lstStyle/>
        <a:p>
          <a:r>
            <a:rPr lang="en-US"/>
            <a:t>The deployment stands as an infinitely reusable framework for future academic symposiums.</a:t>
          </a:r>
        </a:p>
      </dgm:t>
    </dgm:pt>
    <dgm:pt modelId="{E1C37BAF-E99F-4023-AEC6-8D9D7C9E044F}" type="parTrans" cxnId="{A2ACFBA7-48E5-49D0-9F84-1FB12408A12D}">
      <dgm:prSet/>
      <dgm:spPr/>
      <dgm:t>
        <a:bodyPr/>
        <a:lstStyle/>
        <a:p>
          <a:endParaRPr lang="en-US"/>
        </a:p>
      </dgm:t>
    </dgm:pt>
    <dgm:pt modelId="{E7DAE1BE-A437-4F9E-8EDC-509C7B9862F0}" type="sibTrans" cxnId="{A2ACFBA7-48E5-49D0-9F84-1FB12408A12D}">
      <dgm:prSet/>
      <dgm:spPr/>
      <dgm:t>
        <a:bodyPr/>
        <a:lstStyle/>
        <a:p>
          <a:endParaRPr lang="en-US"/>
        </a:p>
      </dgm:t>
    </dgm:pt>
    <dgm:pt modelId="{D1A02A84-4748-4B88-B60F-411FAD7AA22B}" type="pres">
      <dgm:prSet presAssocID="{4C864033-955D-4CEE-AECE-E59C75B0A7F2}" presName="linear" presStyleCnt="0">
        <dgm:presLayoutVars>
          <dgm:animLvl val="lvl"/>
          <dgm:resizeHandles val="exact"/>
        </dgm:presLayoutVars>
      </dgm:prSet>
      <dgm:spPr/>
    </dgm:pt>
    <dgm:pt modelId="{CDBDAD31-6DF2-4F3F-8CB8-ACCA5CF952EB}" type="pres">
      <dgm:prSet presAssocID="{50E92B94-1457-4A00-B0DA-A9BE2EDE97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4B8E97-6709-4572-84FF-518B1EECF2C9}" type="pres">
      <dgm:prSet presAssocID="{D3AE6C5A-AA7B-47A1-A4E3-3566CE2D73FF}" presName="spacer" presStyleCnt="0"/>
      <dgm:spPr/>
    </dgm:pt>
    <dgm:pt modelId="{80B3D993-19CF-49F6-ABE7-5DF42A207DFA}" type="pres">
      <dgm:prSet presAssocID="{A4BB908A-8B09-4EFE-900E-F6BEC62E65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48F4D87-F38F-4E1F-B4FB-EB5BF64283D7}" type="pres">
      <dgm:prSet presAssocID="{DA4ED49D-5CA5-4C11-B1BE-E84B76F5B46C}" presName="spacer" presStyleCnt="0"/>
      <dgm:spPr/>
    </dgm:pt>
    <dgm:pt modelId="{0B05F891-F424-4071-A9BF-52441B6C3FC1}" type="pres">
      <dgm:prSet presAssocID="{E0891C07-5566-4836-9355-B2E235899A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5AE45B-3891-4711-9125-15195991007B}" type="pres">
      <dgm:prSet presAssocID="{A3D31EE2-1B28-482F-BFF1-3D0E58122B29}" presName="spacer" presStyleCnt="0"/>
      <dgm:spPr/>
    </dgm:pt>
    <dgm:pt modelId="{E57C8838-CFE5-483B-AD4E-5F2C29CA35F5}" type="pres">
      <dgm:prSet presAssocID="{36D045E2-2F2F-40A2-9F15-7092F011DE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752933-E61A-4500-AB9E-B95E34F39912}" type="presOf" srcId="{50E92B94-1457-4A00-B0DA-A9BE2EDE9719}" destId="{CDBDAD31-6DF2-4F3F-8CB8-ACCA5CF952EB}" srcOrd="0" destOrd="0" presId="urn:microsoft.com/office/officeart/2005/8/layout/vList2"/>
    <dgm:cxn modelId="{92CA7434-F58A-4817-BB37-1AE3597BA829}" type="presOf" srcId="{A4BB908A-8B09-4EFE-900E-F6BEC62E650B}" destId="{80B3D993-19CF-49F6-ABE7-5DF42A207DFA}" srcOrd="0" destOrd="0" presId="urn:microsoft.com/office/officeart/2005/8/layout/vList2"/>
    <dgm:cxn modelId="{43EEAB6C-6BB0-4F1B-A842-EBA1EAF51FCB}" type="presOf" srcId="{36D045E2-2F2F-40A2-9F15-7092F011DE7B}" destId="{E57C8838-CFE5-483B-AD4E-5F2C29CA35F5}" srcOrd="0" destOrd="0" presId="urn:microsoft.com/office/officeart/2005/8/layout/vList2"/>
    <dgm:cxn modelId="{EF372151-7F2F-44ED-83F7-2543253A94E8}" srcId="{4C864033-955D-4CEE-AECE-E59C75B0A7F2}" destId="{E0891C07-5566-4836-9355-B2E235899AAE}" srcOrd="2" destOrd="0" parTransId="{4ECC09BC-847D-46B3-B2EC-A8BE7C685F28}" sibTransId="{A3D31EE2-1B28-482F-BFF1-3D0E58122B29}"/>
    <dgm:cxn modelId="{1469BB53-E892-44B9-A733-D81A554459D3}" srcId="{4C864033-955D-4CEE-AECE-E59C75B0A7F2}" destId="{50E92B94-1457-4A00-B0DA-A9BE2EDE9719}" srcOrd="0" destOrd="0" parTransId="{667DFF79-2526-47C2-B921-D9EB8E5A3440}" sibTransId="{D3AE6C5A-AA7B-47A1-A4E3-3566CE2D73FF}"/>
    <dgm:cxn modelId="{FFD66179-44B8-48F3-B179-C53A3C6BDE3C}" type="presOf" srcId="{E0891C07-5566-4836-9355-B2E235899AAE}" destId="{0B05F891-F424-4071-A9BF-52441B6C3FC1}" srcOrd="0" destOrd="0" presId="urn:microsoft.com/office/officeart/2005/8/layout/vList2"/>
    <dgm:cxn modelId="{C6CA547D-2C3B-48E6-8158-2227D5303EB5}" srcId="{4C864033-955D-4CEE-AECE-E59C75B0A7F2}" destId="{A4BB908A-8B09-4EFE-900E-F6BEC62E650B}" srcOrd="1" destOrd="0" parTransId="{68DECFCB-9623-4209-AEAB-47334F4EB994}" sibTransId="{DA4ED49D-5CA5-4C11-B1BE-E84B76F5B46C}"/>
    <dgm:cxn modelId="{A2ACFBA7-48E5-49D0-9F84-1FB12408A12D}" srcId="{4C864033-955D-4CEE-AECE-E59C75B0A7F2}" destId="{36D045E2-2F2F-40A2-9F15-7092F011DE7B}" srcOrd="3" destOrd="0" parTransId="{E1C37BAF-E99F-4023-AEC6-8D9D7C9E044F}" sibTransId="{E7DAE1BE-A437-4F9E-8EDC-509C7B9862F0}"/>
    <dgm:cxn modelId="{4EA984C6-F65F-414C-BE4A-14E38BF4E40C}" type="presOf" srcId="{4C864033-955D-4CEE-AECE-E59C75B0A7F2}" destId="{D1A02A84-4748-4B88-B60F-411FAD7AA22B}" srcOrd="0" destOrd="0" presId="urn:microsoft.com/office/officeart/2005/8/layout/vList2"/>
    <dgm:cxn modelId="{C8ACDE5F-8F40-4C34-9922-BAF04D03935B}" type="presParOf" srcId="{D1A02A84-4748-4B88-B60F-411FAD7AA22B}" destId="{CDBDAD31-6DF2-4F3F-8CB8-ACCA5CF952EB}" srcOrd="0" destOrd="0" presId="urn:microsoft.com/office/officeart/2005/8/layout/vList2"/>
    <dgm:cxn modelId="{D605C030-6939-4BF3-BB96-C2C1B64AB357}" type="presParOf" srcId="{D1A02A84-4748-4B88-B60F-411FAD7AA22B}" destId="{814B8E97-6709-4572-84FF-518B1EECF2C9}" srcOrd="1" destOrd="0" presId="urn:microsoft.com/office/officeart/2005/8/layout/vList2"/>
    <dgm:cxn modelId="{0E6234E6-2EA6-45EF-92A6-2C3C77EE6A26}" type="presParOf" srcId="{D1A02A84-4748-4B88-B60F-411FAD7AA22B}" destId="{80B3D993-19CF-49F6-ABE7-5DF42A207DFA}" srcOrd="2" destOrd="0" presId="urn:microsoft.com/office/officeart/2005/8/layout/vList2"/>
    <dgm:cxn modelId="{DBD46B14-446F-49CD-9A00-312E1CCA3E9C}" type="presParOf" srcId="{D1A02A84-4748-4B88-B60F-411FAD7AA22B}" destId="{F48F4D87-F38F-4E1F-B4FB-EB5BF64283D7}" srcOrd="3" destOrd="0" presId="urn:microsoft.com/office/officeart/2005/8/layout/vList2"/>
    <dgm:cxn modelId="{F3115E8F-4AAB-48A5-889B-5F82950E6C84}" type="presParOf" srcId="{D1A02A84-4748-4B88-B60F-411FAD7AA22B}" destId="{0B05F891-F424-4071-A9BF-52441B6C3FC1}" srcOrd="4" destOrd="0" presId="urn:microsoft.com/office/officeart/2005/8/layout/vList2"/>
    <dgm:cxn modelId="{B97F450D-83D3-4C47-8533-E9E49785D843}" type="presParOf" srcId="{D1A02A84-4748-4B88-B60F-411FAD7AA22B}" destId="{A45AE45B-3891-4711-9125-15195991007B}" srcOrd="5" destOrd="0" presId="urn:microsoft.com/office/officeart/2005/8/layout/vList2"/>
    <dgm:cxn modelId="{D8C9E873-2EFC-4FD5-877F-B3C4D01947CA}" type="presParOf" srcId="{D1A02A84-4748-4B88-B60F-411FAD7AA22B}" destId="{E57C8838-CFE5-483B-AD4E-5F2C29CA35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259F6F-E307-4CA7-B0A8-ADB427854F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FE91E9-244F-4B0D-8A7B-1224E74EF0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Vercel. (2026). Next.js Architecture Documentation.</a:t>
          </a:r>
        </a:p>
      </dgm:t>
    </dgm:pt>
    <dgm:pt modelId="{D6732D55-3AD0-4DC5-B1E9-27075930E671}" type="parTrans" cxnId="{4BA9386D-7A05-41B4-A63E-8B84C1D7ABEB}">
      <dgm:prSet/>
      <dgm:spPr/>
      <dgm:t>
        <a:bodyPr/>
        <a:lstStyle/>
        <a:p>
          <a:endParaRPr lang="en-US"/>
        </a:p>
      </dgm:t>
    </dgm:pt>
    <dgm:pt modelId="{19965493-A96D-4398-B50E-6BC22C4799B5}" type="sibTrans" cxnId="{4BA9386D-7A05-41B4-A63E-8B84C1D7ABEB}">
      <dgm:prSet/>
      <dgm:spPr/>
      <dgm:t>
        <a:bodyPr/>
        <a:lstStyle/>
        <a:p>
          <a:endParaRPr lang="en-US"/>
        </a:p>
      </dgm:t>
    </dgm:pt>
    <dgm:pt modelId="{BC26C7F5-A73F-4C15-B9E3-4A05ED2024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Google. (2026). Cloud Firestore WebSocket Data Sync.</a:t>
          </a:r>
        </a:p>
      </dgm:t>
    </dgm:pt>
    <dgm:pt modelId="{B4DC7D7D-BB82-4DB6-A5EF-91C3EDBFBFA4}" type="parTrans" cxnId="{F999870D-22D7-4CD5-842C-25703E5F71F2}">
      <dgm:prSet/>
      <dgm:spPr/>
      <dgm:t>
        <a:bodyPr/>
        <a:lstStyle/>
        <a:p>
          <a:endParaRPr lang="en-US"/>
        </a:p>
      </dgm:t>
    </dgm:pt>
    <dgm:pt modelId="{0DD0C1D1-4825-4122-A2B1-F692750E48F8}" type="sibTrans" cxnId="{F999870D-22D7-4CD5-842C-25703E5F71F2}">
      <dgm:prSet/>
      <dgm:spPr/>
      <dgm:t>
        <a:bodyPr/>
        <a:lstStyle/>
        <a:p>
          <a:endParaRPr lang="en-US"/>
        </a:p>
      </dgm:t>
    </dgm:pt>
    <dgm:pt modelId="{32D8FD7A-3E00-486D-9833-F395FD3BC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Sandhu, et al. (1996). Role-Based Access Control Models.</a:t>
          </a:r>
        </a:p>
      </dgm:t>
    </dgm:pt>
    <dgm:pt modelId="{7BDCD921-8993-4F68-B842-2072F8A80425}" type="parTrans" cxnId="{E9EC7BA5-973C-4A52-9A3C-AEA98A95D808}">
      <dgm:prSet/>
      <dgm:spPr/>
      <dgm:t>
        <a:bodyPr/>
        <a:lstStyle/>
        <a:p>
          <a:endParaRPr lang="en-US"/>
        </a:p>
      </dgm:t>
    </dgm:pt>
    <dgm:pt modelId="{734B4AA9-052D-417E-B2F0-286BD1F6CA24}" type="sibTrans" cxnId="{E9EC7BA5-973C-4A52-9A3C-AEA98A95D808}">
      <dgm:prSet/>
      <dgm:spPr/>
      <dgm:t>
        <a:bodyPr/>
        <a:lstStyle/>
        <a:p>
          <a:endParaRPr lang="en-US"/>
        </a:p>
      </dgm:t>
    </dgm:pt>
    <dgm:pt modelId="{2467E1D2-C00C-413B-9A95-E1EA2B282A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Kumar, R. (2022). QR Code Based Smart Attendance.</a:t>
          </a:r>
        </a:p>
      </dgm:t>
    </dgm:pt>
    <dgm:pt modelId="{DECB9C96-8605-427C-8F98-CA278768751A}" type="parTrans" cxnId="{8A2199D9-810B-42D8-AB12-07664BB77FD8}">
      <dgm:prSet/>
      <dgm:spPr/>
      <dgm:t>
        <a:bodyPr/>
        <a:lstStyle/>
        <a:p>
          <a:endParaRPr lang="en-US"/>
        </a:p>
      </dgm:t>
    </dgm:pt>
    <dgm:pt modelId="{4A580CEC-44E2-4F24-863A-37A84EC96BF8}" type="sibTrans" cxnId="{8A2199D9-810B-42D8-AB12-07664BB77FD8}">
      <dgm:prSet/>
      <dgm:spPr/>
      <dgm:t>
        <a:bodyPr/>
        <a:lstStyle/>
        <a:p>
          <a:endParaRPr lang="en-US"/>
        </a:p>
      </dgm:t>
    </dgm:pt>
    <dgm:pt modelId="{1E7852A0-A659-4B09-AA11-A027764536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5. Resend. (2026). Serverless Email APIs.</a:t>
          </a:r>
        </a:p>
      </dgm:t>
    </dgm:pt>
    <dgm:pt modelId="{17687F4C-8F1F-47F1-8BF0-E96A741A233A}" type="parTrans" cxnId="{8A9DC2A2-16D6-415D-A2FD-18FE29B57387}">
      <dgm:prSet/>
      <dgm:spPr/>
      <dgm:t>
        <a:bodyPr/>
        <a:lstStyle/>
        <a:p>
          <a:endParaRPr lang="en-US"/>
        </a:p>
      </dgm:t>
    </dgm:pt>
    <dgm:pt modelId="{F8CB60A9-1536-4D9F-AA5E-EF1720F0B554}" type="sibTrans" cxnId="{8A9DC2A2-16D6-415D-A2FD-18FE29B57387}">
      <dgm:prSet/>
      <dgm:spPr/>
      <dgm:t>
        <a:bodyPr/>
        <a:lstStyle/>
        <a:p>
          <a:endParaRPr lang="en-US"/>
        </a:p>
      </dgm:t>
    </dgm:pt>
    <dgm:pt modelId="{B4D3EA51-C93C-403D-8BD5-ADD297EC22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6. MDN. (2026). Canvas API: Graphic Overlays.</a:t>
          </a:r>
        </a:p>
      </dgm:t>
    </dgm:pt>
    <dgm:pt modelId="{3DBE3E8C-2A2C-40A5-AF35-49192B3A4933}" type="parTrans" cxnId="{6D23BBFC-137C-42EC-AA71-D996F15ED72C}">
      <dgm:prSet/>
      <dgm:spPr/>
      <dgm:t>
        <a:bodyPr/>
        <a:lstStyle/>
        <a:p>
          <a:endParaRPr lang="en-US"/>
        </a:p>
      </dgm:t>
    </dgm:pt>
    <dgm:pt modelId="{E68BF616-4EA7-4062-8E10-97DFB8719A7D}" type="sibTrans" cxnId="{6D23BBFC-137C-42EC-AA71-D996F15ED72C}">
      <dgm:prSet/>
      <dgm:spPr/>
      <dgm:t>
        <a:bodyPr/>
        <a:lstStyle/>
        <a:p>
          <a:endParaRPr lang="en-US"/>
        </a:p>
      </dgm:t>
    </dgm:pt>
    <dgm:pt modelId="{EB6B5D5D-1EB2-4041-894A-2AC977827A9B}" type="pres">
      <dgm:prSet presAssocID="{9E259F6F-E307-4CA7-B0A8-ADB427854F8D}" presName="root" presStyleCnt="0">
        <dgm:presLayoutVars>
          <dgm:dir/>
          <dgm:resizeHandles val="exact"/>
        </dgm:presLayoutVars>
      </dgm:prSet>
      <dgm:spPr/>
    </dgm:pt>
    <dgm:pt modelId="{8AA6E560-0765-4656-A32E-CDD534EAD0C3}" type="pres">
      <dgm:prSet presAssocID="{89FE91E9-244F-4B0D-8A7B-1224E74EF0CD}" presName="compNode" presStyleCnt="0"/>
      <dgm:spPr/>
    </dgm:pt>
    <dgm:pt modelId="{19A9CDEC-3625-4D9D-A3E1-55FD238A6829}" type="pres">
      <dgm:prSet presAssocID="{89FE91E9-244F-4B0D-8A7B-1224E74EF0CD}" presName="bgRect" presStyleLbl="bgShp" presStyleIdx="0" presStyleCnt="6"/>
      <dgm:spPr/>
    </dgm:pt>
    <dgm:pt modelId="{79035B6F-C39E-4A8A-A2AA-11F3799747B9}" type="pres">
      <dgm:prSet presAssocID="{89FE91E9-244F-4B0D-8A7B-1224E74EF0C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F8ED1D3-7F20-4319-B01F-A983F94E2AAE}" type="pres">
      <dgm:prSet presAssocID="{89FE91E9-244F-4B0D-8A7B-1224E74EF0CD}" presName="spaceRect" presStyleCnt="0"/>
      <dgm:spPr/>
    </dgm:pt>
    <dgm:pt modelId="{C6BD9F59-44E1-4FEB-A20A-7AEB18CADCF1}" type="pres">
      <dgm:prSet presAssocID="{89FE91E9-244F-4B0D-8A7B-1224E74EF0CD}" presName="parTx" presStyleLbl="revTx" presStyleIdx="0" presStyleCnt="6">
        <dgm:presLayoutVars>
          <dgm:chMax val="0"/>
          <dgm:chPref val="0"/>
        </dgm:presLayoutVars>
      </dgm:prSet>
      <dgm:spPr/>
    </dgm:pt>
    <dgm:pt modelId="{62050114-B7CB-4681-92B7-9D8822867AE4}" type="pres">
      <dgm:prSet presAssocID="{19965493-A96D-4398-B50E-6BC22C4799B5}" presName="sibTrans" presStyleCnt="0"/>
      <dgm:spPr/>
    </dgm:pt>
    <dgm:pt modelId="{C3E3CD0F-AEB4-44C3-BEFB-14D148C0FDCB}" type="pres">
      <dgm:prSet presAssocID="{BC26C7F5-A73F-4C15-B9E3-4A05ED20248F}" presName="compNode" presStyleCnt="0"/>
      <dgm:spPr/>
    </dgm:pt>
    <dgm:pt modelId="{CF376F2A-EAC2-4E18-81B2-5FDC131419CB}" type="pres">
      <dgm:prSet presAssocID="{BC26C7F5-A73F-4C15-B9E3-4A05ED20248F}" presName="bgRect" presStyleLbl="bgShp" presStyleIdx="1" presStyleCnt="6"/>
      <dgm:spPr/>
    </dgm:pt>
    <dgm:pt modelId="{F5907C0A-9B4B-4AE8-A5C0-9B65E9F0E1AF}" type="pres">
      <dgm:prSet presAssocID="{BC26C7F5-A73F-4C15-B9E3-4A05ED20248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1814427-AEC2-44F8-B26D-BF38B0E9D537}" type="pres">
      <dgm:prSet presAssocID="{BC26C7F5-A73F-4C15-B9E3-4A05ED20248F}" presName="spaceRect" presStyleCnt="0"/>
      <dgm:spPr/>
    </dgm:pt>
    <dgm:pt modelId="{AD11CFFD-8268-47CB-9CD6-7505371FA984}" type="pres">
      <dgm:prSet presAssocID="{BC26C7F5-A73F-4C15-B9E3-4A05ED20248F}" presName="parTx" presStyleLbl="revTx" presStyleIdx="1" presStyleCnt="6">
        <dgm:presLayoutVars>
          <dgm:chMax val="0"/>
          <dgm:chPref val="0"/>
        </dgm:presLayoutVars>
      </dgm:prSet>
      <dgm:spPr/>
    </dgm:pt>
    <dgm:pt modelId="{EFBFCC74-E15E-45BC-BE70-CB6842DB3AEC}" type="pres">
      <dgm:prSet presAssocID="{0DD0C1D1-4825-4122-A2B1-F692750E48F8}" presName="sibTrans" presStyleCnt="0"/>
      <dgm:spPr/>
    </dgm:pt>
    <dgm:pt modelId="{8B854435-0ED0-495B-971D-05F99283A7B7}" type="pres">
      <dgm:prSet presAssocID="{32D8FD7A-3E00-486D-9833-F395FD3BC71D}" presName="compNode" presStyleCnt="0"/>
      <dgm:spPr/>
    </dgm:pt>
    <dgm:pt modelId="{70B27EF0-FEDD-4CA1-850A-5F6A4D98AE49}" type="pres">
      <dgm:prSet presAssocID="{32D8FD7A-3E00-486D-9833-F395FD3BC71D}" presName="bgRect" presStyleLbl="bgShp" presStyleIdx="2" presStyleCnt="6"/>
      <dgm:spPr/>
    </dgm:pt>
    <dgm:pt modelId="{B3D61775-6A99-4827-A526-B14CCEFFDCE8}" type="pres">
      <dgm:prSet presAssocID="{32D8FD7A-3E00-486D-9833-F395FD3BC71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07F7D9C-0559-44ED-B00A-2D57CF32DADD}" type="pres">
      <dgm:prSet presAssocID="{32D8FD7A-3E00-486D-9833-F395FD3BC71D}" presName="spaceRect" presStyleCnt="0"/>
      <dgm:spPr/>
    </dgm:pt>
    <dgm:pt modelId="{400C25CB-B42A-4A03-BF71-CF949FD9AF37}" type="pres">
      <dgm:prSet presAssocID="{32D8FD7A-3E00-486D-9833-F395FD3BC71D}" presName="parTx" presStyleLbl="revTx" presStyleIdx="2" presStyleCnt="6">
        <dgm:presLayoutVars>
          <dgm:chMax val="0"/>
          <dgm:chPref val="0"/>
        </dgm:presLayoutVars>
      </dgm:prSet>
      <dgm:spPr/>
    </dgm:pt>
    <dgm:pt modelId="{3879AA78-DAAC-47B5-9F7C-EC43F451AF68}" type="pres">
      <dgm:prSet presAssocID="{734B4AA9-052D-417E-B2F0-286BD1F6CA24}" presName="sibTrans" presStyleCnt="0"/>
      <dgm:spPr/>
    </dgm:pt>
    <dgm:pt modelId="{6E47609D-88EB-4B99-8A23-31A6123146EE}" type="pres">
      <dgm:prSet presAssocID="{2467E1D2-C00C-413B-9A95-E1EA2B282A46}" presName="compNode" presStyleCnt="0"/>
      <dgm:spPr/>
    </dgm:pt>
    <dgm:pt modelId="{735350C6-3AEE-467B-8E96-AC2D2D0C650D}" type="pres">
      <dgm:prSet presAssocID="{2467E1D2-C00C-413B-9A95-E1EA2B282A46}" presName="bgRect" presStyleLbl="bgShp" presStyleIdx="3" presStyleCnt="6"/>
      <dgm:spPr/>
    </dgm:pt>
    <dgm:pt modelId="{46FC5040-7FAC-48C9-8D97-6D1E035A1CF4}" type="pres">
      <dgm:prSet presAssocID="{2467E1D2-C00C-413B-9A95-E1EA2B282A4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DF2454E8-93AB-46DC-9768-347FB05F1BFB}" type="pres">
      <dgm:prSet presAssocID="{2467E1D2-C00C-413B-9A95-E1EA2B282A46}" presName="spaceRect" presStyleCnt="0"/>
      <dgm:spPr/>
    </dgm:pt>
    <dgm:pt modelId="{E0A144E0-D562-4566-9A0D-0B213873E286}" type="pres">
      <dgm:prSet presAssocID="{2467E1D2-C00C-413B-9A95-E1EA2B282A46}" presName="parTx" presStyleLbl="revTx" presStyleIdx="3" presStyleCnt="6">
        <dgm:presLayoutVars>
          <dgm:chMax val="0"/>
          <dgm:chPref val="0"/>
        </dgm:presLayoutVars>
      </dgm:prSet>
      <dgm:spPr/>
    </dgm:pt>
    <dgm:pt modelId="{287554E4-25B5-4485-8AB4-D2CB6EEB7C24}" type="pres">
      <dgm:prSet presAssocID="{4A580CEC-44E2-4F24-863A-37A84EC96BF8}" presName="sibTrans" presStyleCnt="0"/>
      <dgm:spPr/>
    </dgm:pt>
    <dgm:pt modelId="{AEA98653-676A-4071-9A08-0D67FB912EC5}" type="pres">
      <dgm:prSet presAssocID="{1E7852A0-A659-4B09-AA11-A02776453663}" presName="compNode" presStyleCnt="0"/>
      <dgm:spPr/>
    </dgm:pt>
    <dgm:pt modelId="{38D0FBE0-8CBE-48D4-966A-329B9607FCC4}" type="pres">
      <dgm:prSet presAssocID="{1E7852A0-A659-4B09-AA11-A02776453663}" presName="bgRect" presStyleLbl="bgShp" presStyleIdx="4" presStyleCnt="6"/>
      <dgm:spPr/>
    </dgm:pt>
    <dgm:pt modelId="{CB635ECF-F089-404B-BEDD-2B864BEE0186}" type="pres">
      <dgm:prSet presAssocID="{1E7852A0-A659-4B09-AA11-A02776453663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B11A33F-BDEE-4230-8CB1-1576D5BD1AE0}" type="pres">
      <dgm:prSet presAssocID="{1E7852A0-A659-4B09-AA11-A02776453663}" presName="spaceRect" presStyleCnt="0"/>
      <dgm:spPr/>
    </dgm:pt>
    <dgm:pt modelId="{114F1B75-9F15-482F-9340-F38D012A271D}" type="pres">
      <dgm:prSet presAssocID="{1E7852A0-A659-4B09-AA11-A02776453663}" presName="parTx" presStyleLbl="revTx" presStyleIdx="4" presStyleCnt="6">
        <dgm:presLayoutVars>
          <dgm:chMax val="0"/>
          <dgm:chPref val="0"/>
        </dgm:presLayoutVars>
      </dgm:prSet>
      <dgm:spPr/>
    </dgm:pt>
    <dgm:pt modelId="{7BD01911-88DD-42EB-AB82-4142325BAB77}" type="pres">
      <dgm:prSet presAssocID="{F8CB60A9-1536-4D9F-AA5E-EF1720F0B554}" presName="sibTrans" presStyleCnt="0"/>
      <dgm:spPr/>
    </dgm:pt>
    <dgm:pt modelId="{760D0204-C40A-4FC0-BC9B-2B29E00DF06C}" type="pres">
      <dgm:prSet presAssocID="{B4D3EA51-C93C-403D-8BD5-ADD297EC22CF}" presName="compNode" presStyleCnt="0"/>
      <dgm:spPr/>
    </dgm:pt>
    <dgm:pt modelId="{32E5F5FF-BB07-42A1-B8F0-BC5DE52677F0}" type="pres">
      <dgm:prSet presAssocID="{B4D3EA51-C93C-403D-8BD5-ADD297EC22CF}" presName="bgRect" presStyleLbl="bgShp" presStyleIdx="5" presStyleCnt="6"/>
      <dgm:spPr/>
    </dgm:pt>
    <dgm:pt modelId="{BC5E9095-9802-4B8C-93A0-61DEA8ED298F}" type="pres">
      <dgm:prSet presAssocID="{B4D3EA51-C93C-403D-8BD5-ADD297EC22C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25F401ED-992C-44C4-802E-EC11CB77276E}" type="pres">
      <dgm:prSet presAssocID="{B4D3EA51-C93C-403D-8BD5-ADD297EC22CF}" presName="spaceRect" presStyleCnt="0"/>
      <dgm:spPr/>
    </dgm:pt>
    <dgm:pt modelId="{DB771B8B-C4C3-43F7-8F42-4CA295727273}" type="pres">
      <dgm:prSet presAssocID="{B4D3EA51-C93C-403D-8BD5-ADD297EC22C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999870D-22D7-4CD5-842C-25703E5F71F2}" srcId="{9E259F6F-E307-4CA7-B0A8-ADB427854F8D}" destId="{BC26C7F5-A73F-4C15-B9E3-4A05ED20248F}" srcOrd="1" destOrd="0" parTransId="{B4DC7D7D-BB82-4DB6-A5EF-91C3EDBFBFA4}" sibTransId="{0DD0C1D1-4825-4122-A2B1-F692750E48F8}"/>
    <dgm:cxn modelId="{500D5F13-68EE-46B0-B847-1D334459B3D4}" type="presOf" srcId="{2467E1D2-C00C-413B-9A95-E1EA2B282A46}" destId="{E0A144E0-D562-4566-9A0D-0B213873E286}" srcOrd="0" destOrd="0" presId="urn:microsoft.com/office/officeart/2018/2/layout/IconVerticalSolidList"/>
    <dgm:cxn modelId="{B1284E5B-0C46-448B-A9F8-E4EC7BB2D4D7}" type="presOf" srcId="{32D8FD7A-3E00-486D-9833-F395FD3BC71D}" destId="{400C25CB-B42A-4A03-BF71-CF949FD9AF37}" srcOrd="0" destOrd="0" presId="urn:microsoft.com/office/officeart/2018/2/layout/IconVerticalSolidList"/>
    <dgm:cxn modelId="{986DA460-474E-40F8-BBD0-73E9F33E3B25}" type="presOf" srcId="{BC26C7F5-A73F-4C15-B9E3-4A05ED20248F}" destId="{AD11CFFD-8268-47CB-9CD6-7505371FA984}" srcOrd="0" destOrd="0" presId="urn:microsoft.com/office/officeart/2018/2/layout/IconVerticalSolidList"/>
    <dgm:cxn modelId="{4BA9386D-7A05-41B4-A63E-8B84C1D7ABEB}" srcId="{9E259F6F-E307-4CA7-B0A8-ADB427854F8D}" destId="{89FE91E9-244F-4B0D-8A7B-1224E74EF0CD}" srcOrd="0" destOrd="0" parTransId="{D6732D55-3AD0-4DC5-B1E9-27075930E671}" sibTransId="{19965493-A96D-4398-B50E-6BC22C4799B5}"/>
    <dgm:cxn modelId="{39E0D759-E623-4C1E-BBDD-BC6DF9B4665D}" type="presOf" srcId="{89FE91E9-244F-4B0D-8A7B-1224E74EF0CD}" destId="{C6BD9F59-44E1-4FEB-A20A-7AEB18CADCF1}" srcOrd="0" destOrd="0" presId="urn:microsoft.com/office/officeart/2018/2/layout/IconVerticalSolidList"/>
    <dgm:cxn modelId="{F060B05A-9914-4C39-80BB-E3FD61E9B39C}" type="presOf" srcId="{9E259F6F-E307-4CA7-B0A8-ADB427854F8D}" destId="{EB6B5D5D-1EB2-4041-894A-2AC977827A9B}" srcOrd="0" destOrd="0" presId="urn:microsoft.com/office/officeart/2018/2/layout/IconVerticalSolidList"/>
    <dgm:cxn modelId="{1400177B-4AFA-4938-9F8B-E3AF44074AC6}" type="presOf" srcId="{B4D3EA51-C93C-403D-8BD5-ADD297EC22CF}" destId="{DB771B8B-C4C3-43F7-8F42-4CA295727273}" srcOrd="0" destOrd="0" presId="urn:microsoft.com/office/officeart/2018/2/layout/IconVerticalSolidList"/>
    <dgm:cxn modelId="{8A9DC2A2-16D6-415D-A2FD-18FE29B57387}" srcId="{9E259F6F-E307-4CA7-B0A8-ADB427854F8D}" destId="{1E7852A0-A659-4B09-AA11-A02776453663}" srcOrd="4" destOrd="0" parTransId="{17687F4C-8F1F-47F1-8BF0-E96A741A233A}" sibTransId="{F8CB60A9-1536-4D9F-AA5E-EF1720F0B554}"/>
    <dgm:cxn modelId="{E9EC7BA5-973C-4A52-9A3C-AEA98A95D808}" srcId="{9E259F6F-E307-4CA7-B0A8-ADB427854F8D}" destId="{32D8FD7A-3E00-486D-9833-F395FD3BC71D}" srcOrd="2" destOrd="0" parTransId="{7BDCD921-8993-4F68-B842-2072F8A80425}" sibTransId="{734B4AA9-052D-417E-B2F0-286BD1F6CA24}"/>
    <dgm:cxn modelId="{8A2199D9-810B-42D8-AB12-07664BB77FD8}" srcId="{9E259F6F-E307-4CA7-B0A8-ADB427854F8D}" destId="{2467E1D2-C00C-413B-9A95-E1EA2B282A46}" srcOrd="3" destOrd="0" parTransId="{DECB9C96-8605-427C-8F98-CA278768751A}" sibTransId="{4A580CEC-44E2-4F24-863A-37A84EC96BF8}"/>
    <dgm:cxn modelId="{11F878FC-1693-4109-AFD7-E705208764B0}" type="presOf" srcId="{1E7852A0-A659-4B09-AA11-A02776453663}" destId="{114F1B75-9F15-482F-9340-F38D012A271D}" srcOrd="0" destOrd="0" presId="urn:microsoft.com/office/officeart/2018/2/layout/IconVerticalSolidList"/>
    <dgm:cxn modelId="{6D23BBFC-137C-42EC-AA71-D996F15ED72C}" srcId="{9E259F6F-E307-4CA7-B0A8-ADB427854F8D}" destId="{B4D3EA51-C93C-403D-8BD5-ADD297EC22CF}" srcOrd="5" destOrd="0" parTransId="{3DBE3E8C-2A2C-40A5-AF35-49192B3A4933}" sibTransId="{E68BF616-4EA7-4062-8E10-97DFB8719A7D}"/>
    <dgm:cxn modelId="{73A36BC7-F800-469F-8580-C29FF12E21E7}" type="presParOf" srcId="{EB6B5D5D-1EB2-4041-894A-2AC977827A9B}" destId="{8AA6E560-0765-4656-A32E-CDD534EAD0C3}" srcOrd="0" destOrd="0" presId="urn:microsoft.com/office/officeart/2018/2/layout/IconVerticalSolidList"/>
    <dgm:cxn modelId="{A7B05EDF-4446-42C7-9018-3BBCF0102951}" type="presParOf" srcId="{8AA6E560-0765-4656-A32E-CDD534EAD0C3}" destId="{19A9CDEC-3625-4D9D-A3E1-55FD238A6829}" srcOrd="0" destOrd="0" presId="urn:microsoft.com/office/officeart/2018/2/layout/IconVerticalSolidList"/>
    <dgm:cxn modelId="{8CD1973B-661F-48F5-B5BF-23994E2F9AB5}" type="presParOf" srcId="{8AA6E560-0765-4656-A32E-CDD534EAD0C3}" destId="{79035B6F-C39E-4A8A-A2AA-11F3799747B9}" srcOrd="1" destOrd="0" presId="urn:microsoft.com/office/officeart/2018/2/layout/IconVerticalSolidList"/>
    <dgm:cxn modelId="{F13B1407-2ACC-4AB3-A6EA-611E024C1AF8}" type="presParOf" srcId="{8AA6E560-0765-4656-A32E-CDD534EAD0C3}" destId="{2F8ED1D3-7F20-4319-B01F-A983F94E2AAE}" srcOrd="2" destOrd="0" presId="urn:microsoft.com/office/officeart/2018/2/layout/IconVerticalSolidList"/>
    <dgm:cxn modelId="{9BA862AB-79FC-4680-9DDF-E6CD5CD5A466}" type="presParOf" srcId="{8AA6E560-0765-4656-A32E-CDD534EAD0C3}" destId="{C6BD9F59-44E1-4FEB-A20A-7AEB18CADCF1}" srcOrd="3" destOrd="0" presId="urn:microsoft.com/office/officeart/2018/2/layout/IconVerticalSolidList"/>
    <dgm:cxn modelId="{0D2F02C9-F010-4D5D-A114-A9BD18C40744}" type="presParOf" srcId="{EB6B5D5D-1EB2-4041-894A-2AC977827A9B}" destId="{62050114-B7CB-4681-92B7-9D8822867AE4}" srcOrd="1" destOrd="0" presId="urn:microsoft.com/office/officeart/2018/2/layout/IconVerticalSolidList"/>
    <dgm:cxn modelId="{F7433503-AA3D-46B1-9512-41C87B40F964}" type="presParOf" srcId="{EB6B5D5D-1EB2-4041-894A-2AC977827A9B}" destId="{C3E3CD0F-AEB4-44C3-BEFB-14D148C0FDCB}" srcOrd="2" destOrd="0" presId="urn:microsoft.com/office/officeart/2018/2/layout/IconVerticalSolidList"/>
    <dgm:cxn modelId="{D6FA4B19-B336-40BF-92FC-708029F90ED0}" type="presParOf" srcId="{C3E3CD0F-AEB4-44C3-BEFB-14D148C0FDCB}" destId="{CF376F2A-EAC2-4E18-81B2-5FDC131419CB}" srcOrd="0" destOrd="0" presId="urn:microsoft.com/office/officeart/2018/2/layout/IconVerticalSolidList"/>
    <dgm:cxn modelId="{2E06E241-B549-4B6E-83A2-78F4162CDA1B}" type="presParOf" srcId="{C3E3CD0F-AEB4-44C3-BEFB-14D148C0FDCB}" destId="{F5907C0A-9B4B-4AE8-A5C0-9B65E9F0E1AF}" srcOrd="1" destOrd="0" presId="urn:microsoft.com/office/officeart/2018/2/layout/IconVerticalSolidList"/>
    <dgm:cxn modelId="{457B5A1A-E6DE-4D81-8352-9456864E5A35}" type="presParOf" srcId="{C3E3CD0F-AEB4-44C3-BEFB-14D148C0FDCB}" destId="{E1814427-AEC2-44F8-B26D-BF38B0E9D537}" srcOrd="2" destOrd="0" presId="urn:microsoft.com/office/officeart/2018/2/layout/IconVerticalSolidList"/>
    <dgm:cxn modelId="{56B40FEB-FA54-45B4-9DB4-CF8013322CC4}" type="presParOf" srcId="{C3E3CD0F-AEB4-44C3-BEFB-14D148C0FDCB}" destId="{AD11CFFD-8268-47CB-9CD6-7505371FA984}" srcOrd="3" destOrd="0" presId="urn:microsoft.com/office/officeart/2018/2/layout/IconVerticalSolidList"/>
    <dgm:cxn modelId="{1FE2DA2B-F878-4F90-B541-9CDA525E30BE}" type="presParOf" srcId="{EB6B5D5D-1EB2-4041-894A-2AC977827A9B}" destId="{EFBFCC74-E15E-45BC-BE70-CB6842DB3AEC}" srcOrd="3" destOrd="0" presId="urn:microsoft.com/office/officeart/2018/2/layout/IconVerticalSolidList"/>
    <dgm:cxn modelId="{00EBEADE-1A56-459F-BF0E-6A2C1EB93391}" type="presParOf" srcId="{EB6B5D5D-1EB2-4041-894A-2AC977827A9B}" destId="{8B854435-0ED0-495B-971D-05F99283A7B7}" srcOrd="4" destOrd="0" presId="urn:microsoft.com/office/officeart/2018/2/layout/IconVerticalSolidList"/>
    <dgm:cxn modelId="{0AB2910E-BE29-4427-8C7D-B779F2C7EB22}" type="presParOf" srcId="{8B854435-0ED0-495B-971D-05F99283A7B7}" destId="{70B27EF0-FEDD-4CA1-850A-5F6A4D98AE49}" srcOrd="0" destOrd="0" presId="urn:microsoft.com/office/officeart/2018/2/layout/IconVerticalSolidList"/>
    <dgm:cxn modelId="{6AB62C14-A678-47DC-97AF-01DD4134CF90}" type="presParOf" srcId="{8B854435-0ED0-495B-971D-05F99283A7B7}" destId="{B3D61775-6A99-4827-A526-B14CCEFFDCE8}" srcOrd="1" destOrd="0" presId="urn:microsoft.com/office/officeart/2018/2/layout/IconVerticalSolidList"/>
    <dgm:cxn modelId="{9ED0640E-5801-4C75-BB9B-C11481161F97}" type="presParOf" srcId="{8B854435-0ED0-495B-971D-05F99283A7B7}" destId="{507F7D9C-0559-44ED-B00A-2D57CF32DADD}" srcOrd="2" destOrd="0" presId="urn:microsoft.com/office/officeart/2018/2/layout/IconVerticalSolidList"/>
    <dgm:cxn modelId="{F72C5FFD-A0F4-4B61-ABCB-A8DD34F53D48}" type="presParOf" srcId="{8B854435-0ED0-495B-971D-05F99283A7B7}" destId="{400C25CB-B42A-4A03-BF71-CF949FD9AF37}" srcOrd="3" destOrd="0" presId="urn:microsoft.com/office/officeart/2018/2/layout/IconVerticalSolidList"/>
    <dgm:cxn modelId="{CC61C307-D2E3-432A-8FCA-E84FE3885B19}" type="presParOf" srcId="{EB6B5D5D-1EB2-4041-894A-2AC977827A9B}" destId="{3879AA78-DAAC-47B5-9F7C-EC43F451AF68}" srcOrd="5" destOrd="0" presId="urn:microsoft.com/office/officeart/2018/2/layout/IconVerticalSolidList"/>
    <dgm:cxn modelId="{7F97950E-5860-4ABF-96DB-CC9BA861A4A5}" type="presParOf" srcId="{EB6B5D5D-1EB2-4041-894A-2AC977827A9B}" destId="{6E47609D-88EB-4B99-8A23-31A6123146EE}" srcOrd="6" destOrd="0" presId="urn:microsoft.com/office/officeart/2018/2/layout/IconVerticalSolidList"/>
    <dgm:cxn modelId="{E165358F-3891-4CC9-8CBE-0FE01E63CDB6}" type="presParOf" srcId="{6E47609D-88EB-4B99-8A23-31A6123146EE}" destId="{735350C6-3AEE-467B-8E96-AC2D2D0C650D}" srcOrd="0" destOrd="0" presId="urn:microsoft.com/office/officeart/2018/2/layout/IconVerticalSolidList"/>
    <dgm:cxn modelId="{B6B02D97-8250-4EE5-8D03-69E647674433}" type="presParOf" srcId="{6E47609D-88EB-4B99-8A23-31A6123146EE}" destId="{46FC5040-7FAC-48C9-8D97-6D1E035A1CF4}" srcOrd="1" destOrd="0" presId="urn:microsoft.com/office/officeart/2018/2/layout/IconVerticalSolidList"/>
    <dgm:cxn modelId="{210F606F-421F-41F2-AA05-94DE9FCD503E}" type="presParOf" srcId="{6E47609D-88EB-4B99-8A23-31A6123146EE}" destId="{DF2454E8-93AB-46DC-9768-347FB05F1BFB}" srcOrd="2" destOrd="0" presId="urn:microsoft.com/office/officeart/2018/2/layout/IconVerticalSolidList"/>
    <dgm:cxn modelId="{11ADC906-4594-452B-B0DC-EB20783E2A2B}" type="presParOf" srcId="{6E47609D-88EB-4B99-8A23-31A6123146EE}" destId="{E0A144E0-D562-4566-9A0D-0B213873E286}" srcOrd="3" destOrd="0" presId="urn:microsoft.com/office/officeart/2018/2/layout/IconVerticalSolidList"/>
    <dgm:cxn modelId="{3D397B7B-3222-4BF2-8DC9-5AC2ED88438D}" type="presParOf" srcId="{EB6B5D5D-1EB2-4041-894A-2AC977827A9B}" destId="{287554E4-25B5-4485-8AB4-D2CB6EEB7C24}" srcOrd="7" destOrd="0" presId="urn:microsoft.com/office/officeart/2018/2/layout/IconVerticalSolidList"/>
    <dgm:cxn modelId="{7C17288A-F499-4A68-93C2-E73E14450002}" type="presParOf" srcId="{EB6B5D5D-1EB2-4041-894A-2AC977827A9B}" destId="{AEA98653-676A-4071-9A08-0D67FB912EC5}" srcOrd="8" destOrd="0" presId="urn:microsoft.com/office/officeart/2018/2/layout/IconVerticalSolidList"/>
    <dgm:cxn modelId="{9867FBCD-D7B6-4E80-A477-BBC71FB35042}" type="presParOf" srcId="{AEA98653-676A-4071-9A08-0D67FB912EC5}" destId="{38D0FBE0-8CBE-48D4-966A-329B9607FCC4}" srcOrd="0" destOrd="0" presId="urn:microsoft.com/office/officeart/2018/2/layout/IconVerticalSolidList"/>
    <dgm:cxn modelId="{D7AF0A43-71CF-42B3-8EFB-F02B5EBBE16B}" type="presParOf" srcId="{AEA98653-676A-4071-9A08-0D67FB912EC5}" destId="{CB635ECF-F089-404B-BEDD-2B864BEE0186}" srcOrd="1" destOrd="0" presId="urn:microsoft.com/office/officeart/2018/2/layout/IconVerticalSolidList"/>
    <dgm:cxn modelId="{F930CEB7-F565-4EBF-90F0-70EC7F52F360}" type="presParOf" srcId="{AEA98653-676A-4071-9A08-0D67FB912EC5}" destId="{0B11A33F-BDEE-4230-8CB1-1576D5BD1AE0}" srcOrd="2" destOrd="0" presId="urn:microsoft.com/office/officeart/2018/2/layout/IconVerticalSolidList"/>
    <dgm:cxn modelId="{954AEFE4-5981-40E0-AA71-C781686DCB60}" type="presParOf" srcId="{AEA98653-676A-4071-9A08-0D67FB912EC5}" destId="{114F1B75-9F15-482F-9340-F38D012A271D}" srcOrd="3" destOrd="0" presId="urn:microsoft.com/office/officeart/2018/2/layout/IconVerticalSolidList"/>
    <dgm:cxn modelId="{E436CC80-287C-4E6C-8B67-FA505AF9C730}" type="presParOf" srcId="{EB6B5D5D-1EB2-4041-894A-2AC977827A9B}" destId="{7BD01911-88DD-42EB-AB82-4142325BAB77}" srcOrd="9" destOrd="0" presId="urn:microsoft.com/office/officeart/2018/2/layout/IconVerticalSolidList"/>
    <dgm:cxn modelId="{0F4DCD0E-17BF-461D-85FC-AF62F6BE80A8}" type="presParOf" srcId="{EB6B5D5D-1EB2-4041-894A-2AC977827A9B}" destId="{760D0204-C40A-4FC0-BC9B-2B29E00DF06C}" srcOrd="10" destOrd="0" presId="urn:microsoft.com/office/officeart/2018/2/layout/IconVerticalSolidList"/>
    <dgm:cxn modelId="{57A85A84-08BC-4579-AA4D-6C8769F6AC35}" type="presParOf" srcId="{760D0204-C40A-4FC0-BC9B-2B29E00DF06C}" destId="{32E5F5FF-BB07-42A1-B8F0-BC5DE52677F0}" srcOrd="0" destOrd="0" presId="urn:microsoft.com/office/officeart/2018/2/layout/IconVerticalSolidList"/>
    <dgm:cxn modelId="{4334176B-29CB-41EF-99D0-5FCA4ECE5E8C}" type="presParOf" srcId="{760D0204-C40A-4FC0-BC9B-2B29E00DF06C}" destId="{BC5E9095-9802-4B8C-93A0-61DEA8ED298F}" srcOrd="1" destOrd="0" presId="urn:microsoft.com/office/officeart/2018/2/layout/IconVerticalSolidList"/>
    <dgm:cxn modelId="{1DFE5613-CEED-4D7D-B840-6C44FC0B32A0}" type="presParOf" srcId="{760D0204-C40A-4FC0-BC9B-2B29E00DF06C}" destId="{25F401ED-992C-44C4-802E-EC11CB77276E}" srcOrd="2" destOrd="0" presId="urn:microsoft.com/office/officeart/2018/2/layout/IconVerticalSolidList"/>
    <dgm:cxn modelId="{118F7758-F6F0-4232-8639-A7D54382DC2A}" type="presParOf" srcId="{760D0204-C40A-4FC0-BC9B-2B29E00DF06C}" destId="{DB771B8B-C4C3-43F7-8F42-4CA2957272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8332C-8F14-462D-B5EA-54AE0BDD8906}">
      <dsp:nvSpPr>
        <dsp:cNvPr id="0" name=""/>
        <dsp:cNvSpPr/>
      </dsp:nvSpPr>
      <dsp:spPr>
        <a:xfrm>
          <a:off x="2100891" y="458934"/>
          <a:ext cx="35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06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8783" y="502726"/>
        <a:ext cx="19283" cy="3856"/>
      </dsp:txXfrm>
    </dsp:sp>
    <dsp:sp modelId="{506B2E60-55FF-47CE-B23F-6719EC7DCC8F}">
      <dsp:nvSpPr>
        <dsp:cNvPr id="0" name=""/>
        <dsp:cNvSpPr/>
      </dsp:nvSpPr>
      <dsp:spPr>
        <a:xfrm>
          <a:off x="425882" y="1612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Abstract</a:t>
          </a:r>
        </a:p>
      </dsp:txBody>
      <dsp:txXfrm>
        <a:off x="425882" y="1612"/>
        <a:ext cx="1676809" cy="1006085"/>
      </dsp:txXfrm>
    </dsp:sp>
    <dsp:sp modelId="{A295E6DA-0E6A-442F-BB0D-A3F5D58DEF87}">
      <dsp:nvSpPr>
        <dsp:cNvPr id="0" name=""/>
        <dsp:cNvSpPr/>
      </dsp:nvSpPr>
      <dsp:spPr>
        <a:xfrm>
          <a:off x="1264287" y="1005897"/>
          <a:ext cx="2062475" cy="355066"/>
        </a:xfrm>
        <a:custGeom>
          <a:avLst/>
          <a:gdLst/>
          <a:ahLst/>
          <a:cxnLst/>
          <a:rect l="0" t="0" r="0" b="0"/>
          <a:pathLst>
            <a:path>
              <a:moveTo>
                <a:pt x="2062475" y="0"/>
              </a:moveTo>
              <a:lnTo>
                <a:pt x="2062475" y="194633"/>
              </a:lnTo>
              <a:lnTo>
                <a:pt x="0" y="194633"/>
              </a:lnTo>
              <a:lnTo>
                <a:pt x="0" y="35506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3069" y="1181502"/>
        <a:ext cx="104911" cy="3856"/>
      </dsp:txXfrm>
    </dsp:sp>
    <dsp:sp modelId="{B8E3859E-4D74-49E8-9FEF-C9D1B51CEB2E}">
      <dsp:nvSpPr>
        <dsp:cNvPr id="0" name=""/>
        <dsp:cNvSpPr/>
      </dsp:nvSpPr>
      <dsp:spPr>
        <a:xfrm>
          <a:off x="2488358" y="1612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Introduction</a:t>
          </a:r>
        </a:p>
      </dsp:txBody>
      <dsp:txXfrm>
        <a:off x="2488358" y="1612"/>
        <a:ext cx="1676809" cy="1006085"/>
      </dsp:txXfrm>
    </dsp:sp>
    <dsp:sp modelId="{C174FD6A-D4FD-40BF-B47C-197F59F219BE}">
      <dsp:nvSpPr>
        <dsp:cNvPr id="0" name=""/>
        <dsp:cNvSpPr/>
      </dsp:nvSpPr>
      <dsp:spPr>
        <a:xfrm>
          <a:off x="2100891" y="1850686"/>
          <a:ext cx="35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06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8783" y="1894478"/>
        <a:ext cx="19283" cy="3856"/>
      </dsp:txXfrm>
    </dsp:sp>
    <dsp:sp modelId="{7DFCE70B-6362-41A7-B1FA-03AD70728075}">
      <dsp:nvSpPr>
        <dsp:cNvPr id="0" name=""/>
        <dsp:cNvSpPr/>
      </dsp:nvSpPr>
      <dsp:spPr>
        <a:xfrm>
          <a:off x="425882" y="1393363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Literature Review</a:t>
          </a:r>
        </a:p>
      </dsp:txBody>
      <dsp:txXfrm>
        <a:off x="425882" y="1393363"/>
        <a:ext cx="1676809" cy="1006085"/>
      </dsp:txXfrm>
    </dsp:sp>
    <dsp:sp modelId="{E46A3E8B-B652-47E7-9138-0CEF2A7395BC}">
      <dsp:nvSpPr>
        <dsp:cNvPr id="0" name=""/>
        <dsp:cNvSpPr/>
      </dsp:nvSpPr>
      <dsp:spPr>
        <a:xfrm>
          <a:off x="1264287" y="2397649"/>
          <a:ext cx="2062475" cy="355066"/>
        </a:xfrm>
        <a:custGeom>
          <a:avLst/>
          <a:gdLst/>
          <a:ahLst/>
          <a:cxnLst/>
          <a:rect l="0" t="0" r="0" b="0"/>
          <a:pathLst>
            <a:path>
              <a:moveTo>
                <a:pt x="2062475" y="0"/>
              </a:moveTo>
              <a:lnTo>
                <a:pt x="2062475" y="194633"/>
              </a:lnTo>
              <a:lnTo>
                <a:pt x="0" y="194633"/>
              </a:lnTo>
              <a:lnTo>
                <a:pt x="0" y="35506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3069" y="2573254"/>
        <a:ext cx="104911" cy="3856"/>
      </dsp:txXfrm>
    </dsp:sp>
    <dsp:sp modelId="{F131514B-9140-45E2-B379-76EE0094DE1E}">
      <dsp:nvSpPr>
        <dsp:cNvPr id="0" name=""/>
        <dsp:cNvSpPr/>
      </dsp:nvSpPr>
      <dsp:spPr>
        <a:xfrm>
          <a:off x="2488358" y="1393363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Research Methodology</a:t>
          </a:r>
        </a:p>
      </dsp:txBody>
      <dsp:txXfrm>
        <a:off x="2488358" y="1393363"/>
        <a:ext cx="1676809" cy="1006085"/>
      </dsp:txXfrm>
    </dsp:sp>
    <dsp:sp modelId="{19D2B642-720D-46F8-899D-724FF38DDB6E}">
      <dsp:nvSpPr>
        <dsp:cNvPr id="0" name=""/>
        <dsp:cNvSpPr/>
      </dsp:nvSpPr>
      <dsp:spPr>
        <a:xfrm>
          <a:off x="2100891" y="3242438"/>
          <a:ext cx="35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06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8783" y="3286230"/>
        <a:ext cx="19283" cy="3856"/>
      </dsp:txXfrm>
    </dsp:sp>
    <dsp:sp modelId="{C0561CF9-1C2A-4D23-9B2A-109750B63949}">
      <dsp:nvSpPr>
        <dsp:cNvPr id="0" name=""/>
        <dsp:cNvSpPr/>
      </dsp:nvSpPr>
      <dsp:spPr>
        <a:xfrm>
          <a:off x="425882" y="2785115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Objectives of the Study</a:t>
          </a:r>
        </a:p>
      </dsp:txBody>
      <dsp:txXfrm>
        <a:off x="425882" y="2785115"/>
        <a:ext cx="1676809" cy="1006085"/>
      </dsp:txXfrm>
    </dsp:sp>
    <dsp:sp modelId="{E5899FD6-E2AB-4554-813E-27E3628FB8F3}">
      <dsp:nvSpPr>
        <dsp:cNvPr id="0" name=""/>
        <dsp:cNvSpPr/>
      </dsp:nvSpPr>
      <dsp:spPr>
        <a:xfrm>
          <a:off x="1264287" y="3789401"/>
          <a:ext cx="2062475" cy="355066"/>
        </a:xfrm>
        <a:custGeom>
          <a:avLst/>
          <a:gdLst/>
          <a:ahLst/>
          <a:cxnLst/>
          <a:rect l="0" t="0" r="0" b="0"/>
          <a:pathLst>
            <a:path>
              <a:moveTo>
                <a:pt x="2062475" y="0"/>
              </a:moveTo>
              <a:lnTo>
                <a:pt x="2062475" y="194633"/>
              </a:lnTo>
              <a:lnTo>
                <a:pt x="0" y="194633"/>
              </a:lnTo>
              <a:lnTo>
                <a:pt x="0" y="35506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3069" y="3965005"/>
        <a:ext cx="104911" cy="3856"/>
      </dsp:txXfrm>
    </dsp:sp>
    <dsp:sp modelId="{62021B5C-6501-4521-8660-058F131E7777}">
      <dsp:nvSpPr>
        <dsp:cNvPr id="0" name=""/>
        <dsp:cNvSpPr/>
      </dsp:nvSpPr>
      <dsp:spPr>
        <a:xfrm>
          <a:off x="2488358" y="2785115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6. Result and Discussion</a:t>
          </a:r>
        </a:p>
      </dsp:txBody>
      <dsp:txXfrm>
        <a:off x="2488358" y="2785115"/>
        <a:ext cx="1676809" cy="1006085"/>
      </dsp:txXfrm>
    </dsp:sp>
    <dsp:sp modelId="{29C35CC2-D353-40B0-8AB0-CD7D53CFF1D5}">
      <dsp:nvSpPr>
        <dsp:cNvPr id="0" name=""/>
        <dsp:cNvSpPr/>
      </dsp:nvSpPr>
      <dsp:spPr>
        <a:xfrm>
          <a:off x="2100891" y="4634190"/>
          <a:ext cx="3550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06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8783" y="4677981"/>
        <a:ext cx="19283" cy="3856"/>
      </dsp:txXfrm>
    </dsp:sp>
    <dsp:sp modelId="{1C1948D2-6CC5-4E0A-9626-F87CE0F51274}">
      <dsp:nvSpPr>
        <dsp:cNvPr id="0" name=""/>
        <dsp:cNvSpPr/>
      </dsp:nvSpPr>
      <dsp:spPr>
        <a:xfrm>
          <a:off x="425882" y="4176867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7. Conclusion</a:t>
          </a:r>
        </a:p>
      </dsp:txBody>
      <dsp:txXfrm>
        <a:off x="425882" y="4176867"/>
        <a:ext cx="1676809" cy="1006085"/>
      </dsp:txXfrm>
    </dsp:sp>
    <dsp:sp modelId="{0D2E5D3F-68C4-4682-829B-4CF753E31F92}">
      <dsp:nvSpPr>
        <dsp:cNvPr id="0" name=""/>
        <dsp:cNvSpPr/>
      </dsp:nvSpPr>
      <dsp:spPr>
        <a:xfrm>
          <a:off x="2488358" y="4176867"/>
          <a:ext cx="1676809" cy="1006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65" tIns="86247" rIns="82165" bIns="8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8. References</a:t>
          </a:r>
        </a:p>
      </dsp:txBody>
      <dsp:txXfrm>
        <a:off x="2488358" y="4176867"/>
        <a:ext cx="1676809" cy="1006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BFAD7-B19E-4148-95FA-30537D11EA36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0FE83-19BC-436F-B738-FDAE3FC23F14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FD731-F423-4C0F-A4B6-656956C4003B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Problem: Hosting large-scale inter-collegiate fests involves massive logistical hurdles—long queues, paper tracking, manual verification, and delayed certificates.</a:t>
          </a:r>
        </a:p>
      </dsp:txBody>
      <dsp:txXfrm>
        <a:off x="1340173" y="795493"/>
        <a:ext cx="2552269" cy="1082781"/>
      </dsp:txXfrm>
    </dsp:sp>
    <dsp:sp modelId="{E8379C76-B227-4298-8978-A10C07501C29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579C2-E53F-4E56-B194-0394803EE1A9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CA17D-EA4C-43E0-918E-65D54245870C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Solution: We developed SHRESHTA to completely digitalize and streamline workflows autonomously.</a:t>
          </a:r>
        </a:p>
      </dsp:txBody>
      <dsp:txXfrm>
        <a:off x="5651962" y="795493"/>
        <a:ext cx="2552269" cy="1082781"/>
      </dsp:txXfrm>
    </dsp:sp>
    <dsp:sp modelId="{5797CCFF-A646-4282-91C8-C0F82C35DAFD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81489-82C7-42BB-9913-6AFBD607714B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2FD57-9DC7-4621-B06D-F115554D2964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Key Methodologies: Next.js client-side rendering, Firebase Firestore (NoSQL), HTML5 Canvas templates, and strict RBAC.</a:t>
          </a:r>
        </a:p>
      </dsp:txBody>
      <dsp:txXfrm>
        <a:off x="1340173" y="2647688"/>
        <a:ext cx="2552269" cy="1082781"/>
      </dsp:txXfrm>
    </dsp:sp>
    <dsp:sp modelId="{E065FB16-3A26-4CCC-8476-7AB2B2A486C6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9E234-3022-47C4-82AF-65EA50BFA862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99408-A69F-4032-BA9B-DEC84739361D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Impact: Achieved a 100% paperless cycle, reduced check-in time to under 5 seconds, and provided real-time transparency.</a:t>
          </a:r>
        </a:p>
      </dsp:txBody>
      <dsp:txXfrm>
        <a:off x="5651962" y="2647688"/>
        <a:ext cx="2552269" cy="108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263F2-B094-4D4B-A13B-E4F38653ED8F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05019-F2BE-493B-A965-9676C8909FE4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FD315-1839-455B-8215-62D2AE8E62C5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Current Context: Event management heavily relies on legacy workflows like Excel sheets and cash-based counters causing duplicate entries and tedious financial verification.</a:t>
          </a:r>
        </a:p>
      </dsp:txBody>
      <dsp:txXfrm>
        <a:off x="1509882" y="708097"/>
        <a:ext cx="6376817" cy="1307257"/>
      </dsp:txXfrm>
    </dsp:sp>
    <dsp:sp modelId="{41040309-2100-4492-A47E-CC1380E59781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0DD5B-B1A9-4FE1-B54C-12E7DE77F082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FCB5E-35A1-4568-BC32-73A280A2C848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Our Digital Transformation: By leveraging modern web technologies and Firebase Serverless computing, we built a centralized application acting as a single source of truth.</a:t>
          </a:r>
        </a:p>
      </dsp:txBody>
      <dsp:txXfrm>
        <a:off x="1509882" y="2342169"/>
        <a:ext cx="6376817" cy="1307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897F3-C0D1-4D06-BB8E-6F23DF97D5B4}">
      <dsp:nvSpPr>
        <dsp:cNvPr id="0" name=""/>
        <dsp:cNvSpPr/>
      </dsp:nvSpPr>
      <dsp:spPr>
        <a:xfrm>
          <a:off x="2280144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228553"/>
        <a:ext cx="26172" cy="5234"/>
      </dsp:txXfrm>
    </dsp:sp>
    <dsp:sp modelId="{0F85D474-B93C-418B-A4A4-CE483A41C0A2}">
      <dsp:nvSpPr>
        <dsp:cNvPr id="0" name=""/>
        <dsp:cNvSpPr/>
      </dsp:nvSpPr>
      <dsp:spPr>
        <a:xfrm>
          <a:off x="6045" y="548401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Eliminate Paper Trails: Store 100% of registrations on secured cloud.</a:t>
          </a:r>
        </a:p>
      </dsp:txBody>
      <dsp:txXfrm>
        <a:off x="6045" y="548401"/>
        <a:ext cx="2275898" cy="1365538"/>
      </dsp:txXfrm>
    </dsp:sp>
    <dsp:sp modelId="{1D22B376-BEB5-423D-8093-9725192FE0A2}">
      <dsp:nvSpPr>
        <dsp:cNvPr id="0" name=""/>
        <dsp:cNvSpPr/>
      </dsp:nvSpPr>
      <dsp:spPr>
        <a:xfrm>
          <a:off x="5079499" y="1185451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228553"/>
        <a:ext cx="26172" cy="5234"/>
      </dsp:txXfrm>
    </dsp:sp>
    <dsp:sp modelId="{8A589B51-1154-4174-8272-2DA394768254}">
      <dsp:nvSpPr>
        <dsp:cNvPr id="0" name=""/>
        <dsp:cNvSpPr/>
      </dsp:nvSpPr>
      <dsp:spPr>
        <a:xfrm>
          <a:off x="2805400" y="548401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Optimize Check-in Efficiency: Dramatically cut queue times.</a:t>
          </a:r>
        </a:p>
      </dsp:txBody>
      <dsp:txXfrm>
        <a:off x="2805400" y="548401"/>
        <a:ext cx="2275898" cy="1365538"/>
      </dsp:txXfrm>
    </dsp:sp>
    <dsp:sp modelId="{3F7FD82D-24C4-4DE3-AAB3-29775AD3E6AE}">
      <dsp:nvSpPr>
        <dsp:cNvPr id="0" name=""/>
        <dsp:cNvSpPr/>
      </dsp:nvSpPr>
      <dsp:spPr>
        <a:xfrm>
          <a:off x="1143995" y="1912140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2155951"/>
        <a:ext cx="281156" cy="5234"/>
      </dsp:txXfrm>
    </dsp:sp>
    <dsp:sp modelId="{CFFC8878-53E2-45FA-96F9-B5D0F738E669}">
      <dsp:nvSpPr>
        <dsp:cNvPr id="0" name=""/>
        <dsp:cNvSpPr/>
      </dsp:nvSpPr>
      <dsp:spPr>
        <a:xfrm>
          <a:off x="5604755" y="548401"/>
          <a:ext cx="2275898" cy="13655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Automate Validations: Establish a flawless digital payment (UTR) workflow.</a:t>
          </a:r>
        </a:p>
      </dsp:txBody>
      <dsp:txXfrm>
        <a:off x="5604755" y="548401"/>
        <a:ext cx="2275898" cy="1365538"/>
      </dsp:txXfrm>
    </dsp:sp>
    <dsp:sp modelId="{D7B0C0DE-D128-4D8C-90FA-2D74305EE8CB}">
      <dsp:nvSpPr>
        <dsp:cNvPr id="0" name=""/>
        <dsp:cNvSpPr/>
      </dsp:nvSpPr>
      <dsp:spPr>
        <a:xfrm>
          <a:off x="2280144" y="3074446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3117549"/>
        <a:ext cx="26172" cy="5234"/>
      </dsp:txXfrm>
    </dsp:sp>
    <dsp:sp modelId="{E9C2EF27-20E0-4600-82A7-9DDF08AB8A39}">
      <dsp:nvSpPr>
        <dsp:cNvPr id="0" name=""/>
        <dsp:cNvSpPr/>
      </dsp:nvSpPr>
      <dsp:spPr>
        <a:xfrm>
          <a:off x="6045" y="2437397"/>
          <a:ext cx="2275898" cy="13655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Zero-Touch Rewards: Overlay names algorithmically for certificates.</a:t>
          </a:r>
        </a:p>
      </dsp:txBody>
      <dsp:txXfrm>
        <a:off x="6045" y="2437397"/>
        <a:ext cx="2275898" cy="1365538"/>
      </dsp:txXfrm>
    </dsp:sp>
    <dsp:sp modelId="{716CA9B1-0CF5-484E-980A-13F54B05F17A}">
      <dsp:nvSpPr>
        <dsp:cNvPr id="0" name=""/>
        <dsp:cNvSpPr/>
      </dsp:nvSpPr>
      <dsp:spPr>
        <a:xfrm>
          <a:off x="2805400" y="2437397"/>
          <a:ext cx="2275898" cy="136553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Provide Real-Time Analytics via strict RBAC.</a:t>
          </a:r>
        </a:p>
      </dsp:txBody>
      <dsp:txXfrm>
        <a:off x="2805400" y="2437397"/>
        <a:ext cx="2275898" cy="13655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DAD31-6DF2-4F3F-8CB8-ACCA5CF952EB}">
      <dsp:nvSpPr>
        <dsp:cNvPr id="0" name=""/>
        <dsp:cNvSpPr/>
      </dsp:nvSpPr>
      <dsp:spPr>
        <a:xfrm>
          <a:off x="0" y="145264"/>
          <a:ext cx="4726201" cy="1356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algorithm establishes definitively that high-friction physical event procedures can be entirely replaced by scalable micro-architectures.</a:t>
          </a:r>
        </a:p>
      </dsp:txBody>
      <dsp:txXfrm>
        <a:off x="66196" y="211460"/>
        <a:ext cx="4593809" cy="1223637"/>
      </dsp:txXfrm>
    </dsp:sp>
    <dsp:sp modelId="{80B3D993-19CF-49F6-ABE7-5DF42A207DFA}">
      <dsp:nvSpPr>
        <dsp:cNvPr id="0" name=""/>
        <dsp:cNvSpPr/>
      </dsp:nvSpPr>
      <dsp:spPr>
        <a:xfrm>
          <a:off x="0" y="1556014"/>
          <a:ext cx="4726201" cy="135602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Participants experienced frictionless onboarding.</a:t>
          </a:r>
        </a:p>
      </dsp:txBody>
      <dsp:txXfrm>
        <a:off x="66196" y="1622210"/>
        <a:ext cx="4593809" cy="1223637"/>
      </dsp:txXfrm>
    </dsp:sp>
    <dsp:sp modelId="{0B05F891-F424-4071-A9BF-52441B6C3FC1}">
      <dsp:nvSpPr>
        <dsp:cNvPr id="0" name=""/>
        <dsp:cNvSpPr/>
      </dsp:nvSpPr>
      <dsp:spPr>
        <a:xfrm>
          <a:off x="0" y="2966764"/>
          <a:ext cx="4726201" cy="135602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Administrative faculty bypassed overlapping labor constraints.</a:t>
          </a:r>
        </a:p>
      </dsp:txBody>
      <dsp:txXfrm>
        <a:off x="66196" y="3032960"/>
        <a:ext cx="4593809" cy="1223637"/>
      </dsp:txXfrm>
    </dsp:sp>
    <dsp:sp modelId="{E57C8838-CFE5-483B-AD4E-5F2C29CA35F5}">
      <dsp:nvSpPr>
        <dsp:cNvPr id="0" name=""/>
        <dsp:cNvSpPr/>
      </dsp:nvSpPr>
      <dsp:spPr>
        <a:xfrm>
          <a:off x="0" y="4377514"/>
          <a:ext cx="4726201" cy="135602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deployment stands as an infinitely reusable framework for future academic symposiums.</a:t>
          </a:r>
        </a:p>
      </dsp:txBody>
      <dsp:txXfrm>
        <a:off x="66196" y="4443710"/>
        <a:ext cx="4593809" cy="12236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9CDEC-3625-4D9D-A3E1-55FD238A6829}">
      <dsp:nvSpPr>
        <dsp:cNvPr id="0" name=""/>
        <dsp:cNvSpPr/>
      </dsp:nvSpPr>
      <dsp:spPr>
        <a:xfrm>
          <a:off x="0" y="14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35B6F-C39E-4A8A-A2AA-11F3799747B9}">
      <dsp:nvSpPr>
        <dsp:cNvPr id="0" name=""/>
        <dsp:cNvSpPr/>
      </dsp:nvSpPr>
      <dsp:spPr>
        <a:xfrm>
          <a:off x="188719" y="141834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D9F59-44E1-4FEB-A20A-7AEB18CADCF1}">
      <dsp:nvSpPr>
        <dsp:cNvPr id="0" name=""/>
        <dsp:cNvSpPr/>
      </dsp:nvSpPr>
      <dsp:spPr>
        <a:xfrm>
          <a:off x="720566" y="14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Vercel. (2026). Next.js Architecture Documentation.</a:t>
          </a:r>
        </a:p>
      </dsp:txBody>
      <dsp:txXfrm>
        <a:off x="720566" y="1464"/>
        <a:ext cx="7509033" cy="623866"/>
      </dsp:txXfrm>
    </dsp:sp>
    <dsp:sp modelId="{CF376F2A-EAC2-4E18-81B2-5FDC131419CB}">
      <dsp:nvSpPr>
        <dsp:cNvPr id="0" name=""/>
        <dsp:cNvSpPr/>
      </dsp:nvSpPr>
      <dsp:spPr>
        <a:xfrm>
          <a:off x="0" y="781297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07C0A-9B4B-4AE8-A5C0-9B65E9F0E1AF}">
      <dsp:nvSpPr>
        <dsp:cNvPr id="0" name=""/>
        <dsp:cNvSpPr/>
      </dsp:nvSpPr>
      <dsp:spPr>
        <a:xfrm>
          <a:off x="188719" y="921667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1CFFD-8268-47CB-9CD6-7505371FA984}">
      <dsp:nvSpPr>
        <dsp:cNvPr id="0" name=""/>
        <dsp:cNvSpPr/>
      </dsp:nvSpPr>
      <dsp:spPr>
        <a:xfrm>
          <a:off x="720566" y="781297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Google. (2026). Cloud Firestore WebSocket Data Sync.</a:t>
          </a:r>
        </a:p>
      </dsp:txBody>
      <dsp:txXfrm>
        <a:off x="720566" y="781297"/>
        <a:ext cx="7509033" cy="623866"/>
      </dsp:txXfrm>
    </dsp:sp>
    <dsp:sp modelId="{70B27EF0-FEDD-4CA1-850A-5F6A4D98AE49}">
      <dsp:nvSpPr>
        <dsp:cNvPr id="0" name=""/>
        <dsp:cNvSpPr/>
      </dsp:nvSpPr>
      <dsp:spPr>
        <a:xfrm>
          <a:off x="0" y="1561131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61775-6A99-4827-A526-B14CCEFFDCE8}">
      <dsp:nvSpPr>
        <dsp:cNvPr id="0" name=""/>
        <dsp:cNvSpPr/>
      </dsp:nvSpPr>
      <dsp:spPr>
        <a:xfrm>
          <a:off x="188719" y="1701501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C25CB-B42A-4A03-BF71-CF949FD9AF37}">
      <dsp:nvSpPr>
        <dsp:cNvPr id="0" name=""/>
        <dsp:cNvSpPr/>
      </dsp:nvSpPr>
      <dsp:spPr>
        <a:xfrm>
          <a:off x="720566" y="1561131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Sandhu, et al. (1996). Role-Based Access Control Models.</a:t>
          </a:r>
        </a:p>
      </dsp:txBody>
      <dsp:txXfrm>
        <a:off x="720566" y="1561131"/>
        <a:ext cx="7509033" cy="623866"/>
      </dsp:txXfrm>
    </dsp:sp>
    <dsp:sp modelId="{735350C6-3AEE-467B-8E96-AC2D2D0C650D}">
      <dsp:nvSpPr>
        <dsp:cNvPr id="0" name=""/>
        <dsp:cNvSpPr/>
      </dsp:nvSpPr>
      <dsp:spPr>
        <a:xfrm>
          <a:off x="0" y="23409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FC5040-7FAC-48C9-8D97-6D1E035A1CF4}">
      <dsp:nvSpPr>
        <dsp:cNvPr id="0" name=""/>
        <dsp:cNvSpPr/>
      </dsp:nvSpPr>
      <dsp:spPr>
        <a:xfrm>
          <a:off x="188719" y="2481334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144E0-D562-4566-9A0D-0B213873E286}">
      <dsp:nvSpPr>
        <dsp:cNvPr id="0" name=""/>
        <dsp:cNvSpPr/>
      </dsp:nvSpPr>
      <dsp:spPr>
        <a:xfrm>
          <a:off x="720566" y="23409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Kumar, R. (2022). QR Code Based Smart Attendance.</a:t>
          </a:r>
        </a:p>
      </dsp:txBody>
      <dsp:txXfrm>
        <a:off x="720566" y="2340964"/>
        <a:ext cx="7509033" cy="623866"/>
      </dsp:txXfrm>
    </dsp:sp>
    <dsp:sp modelId="{38D0FBE0-8CBE-48D4-966A-329B9607FCC4}">
      <dsp:nvSpPr>
        <dsp:cNvPr id="0" name=""/>
        <dsp:cNvSpPr/>
      </dsp:nvSpPr>
      <dsp:spPr>
        <a:xfrm>
          <a:off x="0" y="3120798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35ECF-F089-404B-BEDD-2B864BEE0186}">
      <dsp:nvSpPr>
        <dsp:cNvPr id="0" name=""/>
        <dsp:cNvSpPr/>
      </dsp:nvSpPr>
      <dsp:spPr>
        <a:xfrm>
          <a:off x="188719" y="3261168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F1B75-9F15-482F-9340-F38D012A271D}">
      <dsp:nvSpPr>
        <dsp:cNvPr id="0" name=""/>
        <dsp:cNvSpPr/>
      </dsp:nvSpPr>
      <dsp:spPr>
        <a:xfrm>
          <a:off x="720566" y="3120798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Resend. (2026). Serverless Email APIs.</a:t>
          </a:r>
        </a:p>
      </dsp:txBody>
      <dsp:txXfrm>
        <a:off x="720566" y="3120798"/>
        <a:ext cx="7509033" cy="623866"/>
      </dsp:txXfrm>
    </dsp:sp>
    <dsp:sp modelId="{32E5F5FF-BB07-42A1-B8F0-BC5DE52677F0}">
      <dsp:nvSpPr>
        <dsp:cNvPr id="0" name=""/>
        <dsp:cNvSpPr/>
      </dsp:nvSpPr>
      <dsp:spPr>
        <a:xfrm>
          <a:off x="0" y="3900632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E9095-9802-4B8C-93A0-61DEA8ED298F}">
      <dsp:nvSpPr>
        <dsp:cNvPr id="0" name=""/>
        <dsp:cNvSpPr/>
      </dsp:nvSpPr>
      <dsp:spPr>
        <a:xfrm>
          <a:off x="188719" y="4041002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71B8B-C4C3-43F7-8F42-4CA295727273}">
      <dsp:nvSpPr>
        <dsp:cNvPr id="0" name=""/>
        <dsp:cNvSpPr/>
      </dsp:nvSpPr>
      <dsp:spPr>
        <a:xfrm>
          <a:off x="720566" y="3900632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 MDN. (2026). Canvas API: Graphic Overlays.</a:t>
          </a:r>
        </a:p>
      </dsp:txBody>
      <dsp:txXfrm>
        <a:off x="720566" y="3900632"/>
        <a:ext cx="7509033" cy="62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163" y="586855"/>
            <a:ext cx="354121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Smart Event Management System</a:t>
            </a:r>
          </a:p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(SHRESHTA 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7368" y="649480"/>
            <a:ext cx="3646835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Real-Time Digital Transformation for Inter-Collegiate Fests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Paper Presentation by Author’s :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1. Mrs. Neha J K 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(Assistant Professor )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2. Arshad Pasha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 (Final Year BCA-’</a:t>
            </a:r>
            <a:r>
              <a:rPr lang="en-US" sz="1700" dirty="0" err="1">
                <a:solidFill>
                  <a:schemeClr val="tx1"/>
                </a:solidFill>
              </a:rPr>
              <a:t>A’Sec</a:t>
            </a:r>
            <a:r>
              <a:rPr lang="en-US" sz="1700" dirty="0">
                <a:solidFill>
                  <a:schemeClr val="tx1"/>
                </a:solidFill>
              </a:rPr>
              <a:t> )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 err="1">
                <a:solidFill>
                  <a:schemeClr val="tx1"/>
                </a:solidFill>
              </a:rPr>
              <a:t>Seshadripuram</a:t>
            </a:r>
            <a:r>
              <a:rPr lang="en-US" sz="1700" dirty="0">
                <a:solidFill>
                  <a:schemeClr val="tx1"/>
                </a:solidFill>
              </a:rPr>
              <a:t> Degree College, Mysuru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00" y="1641752"/>
            <a:ext cx="1991915" cy="4384188"/>
          </a:xfrm>
        </p:spPr>
        <p:txBody>
          <a:bodyPr anchor="t">
            <a:normAutofit/>
          </a:bodyPr>
          <a:lstStyle/>
          <a:p>
            <a:r>
              <a:rPr lang="en-IN" sz="3500">
                <a:solidFill>
                  <a:schemeClr val="bg1"/>
                </a:solidFill>
              </a:rPr>
              <a:t>INDEX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254235-13EA-F870-AC05-5431BAA41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291686"/>
              </p:ext>
            </p:extLst>
          </p:nvPr>
        </p:nvGraphicFramePr>
        <p:xfrm>
          <a:off x="3924300" y="841375"/>
          <a:ext cx="459105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1. Abstract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C94370E-9FE1-FC44-95EC-AFE4D3F0F6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/>
              <a:t>2. Introduction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D721F04F-6FF5-8D2B-5558-A25853AD7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32908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3.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r>
              <a:rPr lang="en-US" sz="1700"/>
              <a:t>Traditional Methods: Simple forms provide a digital bridge but lack relational data constraints to block over-registration.</a:t>
            </a:r>
          </a:p>
          <a:p>
            <a:pPr>
              <a:lnSpc>
                <a:spcPct val="90000"/>
              </a:lnSpc>
            </a:pPr>
            <a:r>
              <a:rPr lang="en-US" sz="1700"/>
              <a:t>Commercial Architectures: Platforms like Eventbrite impose large fees and fail to accommodate academic needs like custom UTR tracking.</a:t>
            </a:r>
          </a:p>
          <a:p>
            <a:pPr>
              <a:lnSpc>
                <a:spcPct val="90000"/>
              </a:lnSpc>
            </a:pPr>
            <a:r>
              <a:rPr lang="en-US" sz="1700"/>
              <a:t>Smart Campuses: QR attendance proves barcode verification decreases queues by 80% (Kumar &amp; Singh, 2022).</a:t>
            </a:r>
          </a:p>
          <a:p>
            <a:pPr>
              <a:lnSpc>
                <a:spcPct val="90000"/>
              </a:lnSpc>
            </a:pPr>
            <a:r>
              <a:rPr lang="en-US" sz="1700"/>
              <a:t>The Gap: A severe lack of lightweight, real-time academic solutions.</a:t>
            </a:r>
          </a:p>
        </p:txBody>
      </p:sp>
      <p:pic>
        <p:nvPicPr>
          <p:cNvPr id="43" name="Picture 42" descr="Abstract line art skyscrapers">
            <a:extLst>
              <a:ext uri="{FF2B5EF4-FFF2-40B4-BE49-F238E27FC236}">
                <a16:creationId xmlns:a16="http://schemas.microsoft.com/office/drawing/2014/main" id="{F0276BDB-2CEF-3F00-FEC8-881916F5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90" r="3244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Research Methodology &amp; Architecture</a:t>
            </a:r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Built using Rapid Agile Development with a serverless macro-stack prioritizing real-time processing (Next.js 15, Firebase NoSQL, Tailwind CSS, Resend API).</a:t>
            </a:r>
          </a:p>
        </p:txBody>
      </p:sp>
      <p:pic>
        <p:nvPicPr>
          <p:cNvPr id="1028" name="Picture 4" descr="System Architecture Diagram">
            <a:extLst>
              <a:ext uri="{FF2B5EF4-FFF2-40B4-BE49-F238E27FC236}">
                <a16:creationId xmlns:a16="http://schemas.microsoft.com/office/drawing/2014/main" id="{0CFEAE4D-FF9D-73A3-66D7-B41316C78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840105"/>
            <a:ext cx="5177790" cy="517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57A6DE3-C1CE-83F6-A07A-724FD02333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217" r="1478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5. Objectives of the Study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D6A5E3B-4269-9400-1B69-C2E8B3CEB0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1748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Result and Discussion (Overview)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Live Deployment Success: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The system successfully processed concurrent registrations for 13 distinct academic events.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Metric Precision: The real-time listener architecture completely obliterated manual counting—delivering live updates on Pendings and Check-ins.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0% Error Threshold: Isolated coordinator dashboards enforced absolute security, preventing data cross-contamination.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043941"/>
            <a:ext cx="5177790" cy="2770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6.1 Result: Registration Automation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Dynamic Form Intake: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- UI dynamically mounts input rows based on event constraints.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- Captures 12-digit UTR immediately alongside a unified UPI QR.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063358"/>
            <a:ext cx="5177790" cy="27312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/>
              <a:t>6.2 Result: Real-Time Administration &amp;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Master &amp; Coordinator Dashboards scale synchronously without browser refreshes.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Individual faculty coordinators view an identical dashboard that is mathematically restricted to display only their unique event participants.</a:t>
            </a:r>
          </a:p>
        </p:txBody>
      </p:sp>
      <p:pic>
        <p:nvPicPr>
          <p:cNvPr id="17" name="Picture 16" descr="Digital financial graph">
            <a:extLst>
              <a:ext uri="{FF2B5EF4-FFF2-40B4-BE49-F238E27FC236}">
                <a16:creationId xmlns:a16="http://schemas.microsoft.com/office/drawing/2014/main" id="{95436E42-0194-DCD8-A456-6BE362C5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/>
              <a:t>6.3 Result: Sub-5-Second Check-In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Fuzzy Global Search queried immense rosters instantly. Physical check-in shrunk from 45 seconds to under 5 seconds.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21323" r="3980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41752"/>
            <a:ext cx="3295650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6.4 Result: Zero-Touch Automation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3146400"/>
            <a:ext cx="3295650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>
                <a:solidFill>
                  <a:schemeClr val="bg1">
                    <a:alpha val="80000"/>
                  </a:schemeClr>
                </a:solidFill>
              </a:rPr>
              <a:t>Instant API Dispatch via Resend mails QR tickets securely. Canvas generates HD participation certificates flawlessly without human oversight.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10998" r="1116" b="-1"/>
          <a:stretch>
            <a:fillRect/>
          </a:stretch>
        </p:blipFill>
        <p:spPr>
          <a:xfrm>
            <a:off x="4360545" y="2"/>
            <a:ext cx="4783455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rcRect r="16781" b="3"/>
          <a:stretch>
            <a:fillRect/>
          </a:stretch>
        </p:blipFill>
        <p:spPr>
          <a:xfrm>
            <a:off x="4360545" y="3524252"/>
            <a:ext cx="4783455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4268" y="544"/>
            <a:ext cx="656037" cy="6857455"/>
            <a:chOff x="5632358" y="544"/>
            <a:chExt cx="874716" cy="685745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chemeClr val="bg1"/>
                </a:solidFill>
              </a:rPr>
              <a:t>7. Conclusion</a:t>
            </a:r>
          </a:p>
        </p:txBody>
      </p:sp>
      <p:grpSp>
        <p:nvGrpSpPr>
          <p:cNvPr id="1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0FBD05-EA1F-142F-1263-5E7112ADA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60382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8. 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289B02-34FD-4718-2779-165AAB2317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700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Smart Event Management System (SHRESHTA 2026)</vt:lpstr>
      <vt:lpstr>INDEX</vt:lpstr>
      <vt:lpstr>1. Abstract</vt:lpstr>
      <vt:lpstr>2. Introduction</vt:lpstr>
      <vt:lpstr>3. Literature Review</vt:lpstr>
      <vt:lpstr>4. Research Methodology &amp; Architecture</vt:lpstr>
      <vt:lpstr>5. Objectives of the Study</vt:lpstr>
      <vt:lpstr>6. Result and Discussion (Overview)</vt:lpstr>
      <vt:lpstr>6.1 Result: Registration Automation</vt:lpstr>
      <vt:lpstr>6.2 Result: Real-Time Administration &amp; RBAC</vt:lpstr>
      <vt:lpstr>6.3 Result: Sub-5-Second Check-In Logistics</vt:lpstr>
      <vt:lpstr>6.4 Result: Zero-Touch Automation Flow</vt:lpstr>
      <vt:lpstr>7. Conclusion</vt:lpstr>
      <vt:lpstr>8.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Arshad Pasha</cp:lastModifiedBy>
  <cp:revision>6</cp:revision>
  <dcterms:created xsi:type="dcterms:W3CDTF">2013-01-27T09:14:16Z</dcterms:created>
  <dcterms:modified xsi:type="dcterms:W3CDTF">2026-04-14T08:45:31Z</dcterms:modified>
  <cp:category/>
</cp:coreProperties>
</file>