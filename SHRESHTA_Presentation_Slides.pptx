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308" y="-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/>
              <a:t>Smart Event Management System</a:t>
            </a:r>
          </a:p>
          <a:p>
            <a:r>
              <a:t>(SHRESHTA)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Real-Time Digital Transformation for Inter-Collegiate Fests</a:t>
            </a:r>
          </a:p>
          <a:p>
            <a:endParaRPr/>
          </a:p>
          <a:p>
            <a:r>
              <a:t>Guided by: Mrs. Neha J K</a:t>
            </a:r>
          </a:p>
          <a:p>
            <a:r>
              <a:t>Presented by: Arshad Pasha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Abstract</a:t>
            </a:r>
          </a:p>
          <a:p>
            <a:r>
              <a:t>2. Introduction</a:t>
            </a:r>
          </a:p>
          <a:p>
            <a:r>
              <a:t>3. Literature Review</a:t>
            </a:r>
          </a:p>
          <a:p>
            <a:r>
              <a:t>4. System Architecture</a:t>
            </a:r>
          </a:p>
          <a:p>
            <a:r>
              <a:t>5. Implementation Workflow</a:t>
            </a:r>
          </a:p>
          <a:p>
            <a:r>
              <a:t>6. Operational Dashboards &amp; Dashboards UI</a:t>
            </a:r>
          </a:p>
          <a:p>
            <a:r>
              <a:t>7. Objectives of the Study</a:t>
            </a:r>
          </a:p>
          <a:p>
            <a:r>
              <a:t>8. Results and Discussion</a:t>
            </a:r>
          </a:p>
          <a:p>
            <a:r>
              <a:t>9. Conclusion</a:t>
            </a:r>
          </a:p>
          <a:p>
            <a:r>
              <a:t>10.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/>
            </a:pPr>
            <a:r>
              <a:t>The Problem:</a:t>
            </a:r>
          </a:p>
          <a:p>
            <a:r>
              <a:t>Massive logistical hurdles—long queues, paper tracking, manual payment verification, and delayed certificates.</a:t>
            </a:r>
          </a:p>
          <a:p>
            <a:pPr>
              <a:defRPr b="1"/>
            </a:pPr>
            <a:r>
              <a:t>The Solution:</a:t>
            </a:r>
          </a:p>
          <a:p>
            <a:r>
              <a:t>Developed "SHRESHTA 2026", a holistic cloud-based platform utilizing Next.js, Firebase NoSQL, and HTML5 Canvas.</a:t>
            </a:r>
          </a:p>
          <a:p>
            <a:pPr>
              <a:defRPr b="1"/>
            </a:pPr>
            <a:r>
              <a:t>Key Achievements:</a:t>
            </a:r>
          </a:p>
          <a:p>
            <a:r>
              <a:t>Achieved 100% paperless lifecycle, sub-5-second QR verification times, and completely isolated real-time analytical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Legacy Workflow Limits:</a:t>
            </a:r>
          </a:p>
          <a:p>
            <a:r>
              <a:t>Traditional academic events rely on physical ledgers and standalone Google Forms, creating massive data duplication and cross-checking friction.</a:t>
            </a:r>
          </a:p>
          <a:p>
            <a:pPr>
              <a:defRPr b="1"/>
            </a:pPr>
            <a:r>
              <a:t>The Digital Transformation:</a:t>
            </a:r>
          </a:p>
          <a:p>
            <a:r>
              <a:t>Our proposed client-side hydrated web app acts as a 'Single Source of Truth'. It processes dynamic registrations based on rule-sets, securely handles strict UTR validation, and natively dispatches HTML certificates.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Traditional Barriers: Physical spreadsheets fail to support high-volume, real-time concurrent user loads.</a:t>
            </a:r>
          </a:p>
          <a:p>
            <a:r>
              <a:t>2. Commercial Software: Platforms like Eventbrite lack agile customizability and demand high transactional fees unsuitable for colleges.</a:t>
            </a:r>
          </a:p>
          <a:p>
            <a:r>
              <a:t>3. Academic Gap: While studies support QR verification (e.g. Kumar &amp; Singh 2022), they are rarely fused with serverless micro-architectures for dynamic multi-event symposiums.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System Architecture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Implementation: Live Registration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Dynamic Data Intake:</a:t>
            </a:r>
          </a:p>
          <a:p>
            <a:r>
              <a:t>- Captures Team Sizes based on event constraint logic.</a:t>
            </a:r>
            <a:br/>
            <a:r>
              <a:t>- Directly incorporates secure UPI QR and records the UTR ID immediately.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5111195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Real-Time Admin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interface uses Firebase Listeners. Calculations for 'Pending', 'Checked-in', and 'Total' aggregate instantaneously. Isolated Role Based Access Control (RBAC) ensures 0% data overlap among different faculties.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Sub-5-Second Check-in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Fuzzy-Search Logistics:</a:t>
            </a:r>
          </a:p>
          <a:p>
            <a:r>
              <a:rPr dirty="0"/>
              <a:t>- Volunteer staff can search by Phone, ID, or Name.</a:t>
            </a:r>
            <a:br>
              <a:rPr dirty="0"/>
            </a:br>
            <a:r>
              <a:rPr dirty="0"/>
              <a:t>- Direct integration allows instant 'Reminder Tracking' and One-Tap Check-ins.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965203"/>
            <a:ext cx="4572000" cy="26643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Zero-Touch Certificate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HTML5 Canvas parses attendee names, events, and college variables dynamically over a blank JPEG template. The image is compressed and forwarded via the Resend API.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325229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657600" cy="22446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1. Scalability: Handled concurrent streams supporting 13 distinct macro-events.</a:t>
            </a:r>
          </a:p>
          <a:p>
            <a:r>
              <a:t>2. Speed Matrix: Replaced a 45-second manual verification cycle with a sub-5-second unified desk system.</a:t>
            </a:r>
          </a:p>
          <a:p>
            <a:r>
              <a:t>3. Complete Autocovarience: Dispatched hundreds of confirmation QR tickets and Canvas certificates via resilient API hook integration instantly.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The application unequivocally establishes that centralized, modular software can eradicate the intense friction present in multi-student coordination.</a:t>
            </a:r>
          </a:p>
          <a:p>
            <a:r>
              <a:t>By prioritizing UI/UX across mobile-friendly paradigms, faculty gained absolute tracking oversight, while participants received a pristine, modern onboarding experience.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Next.js Routing Architecture (Vercel, 2026)</a:t>
            </a:r>
          </a:p>
          <a:p>
            <a:r>
              <a:t>2. Real-Time Cloud Firestore Data Modeling (Google, 2026)</a:t>
            </a:r>
          </a:p>
          <a:p>
            <a:r>
              <a:t>3. Role-Based Access Control Implementation Models (Sandhu et al., 1996)</a:t>
            </a:r>
          </a:p>
          <a:p>
            <a:r>
              <a:t>4. Automating Transactional Emails via Serverless Executions (Resend API, 2026)</a:t>
            </a:r>
          </a:p>
          <a:p>
            <a:r>
              <a:t>5. HTML5 Canvas: Pixel Graph Manipulation (MDN, 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594</Words>
  <Application>Microsoft Office PowerPoint</Application>
  <PresentationFormat>On-screen Show (4:3)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Smart Event Management System (SHRESHTA)</vt:lpstr>
      <vt:lpstr>INDEX</vt:lpstr>
      <vt:lpstr>1. Abstract</vt:lpstr>
      <vt:lpstr>2. Introduction</vt:lpstr>
      <vt:lpstr>3. Literature Review</vt:lpstr>
      <vt:lpstr>4. System Architecture</vt:lpstr>
      <vt:lpstr>5. Implementation: Live Registration</vt:lpstr>
      <vt:lpstr>6. Real-Time Admin Dashboards</vt:lpstr>
      <vt:lpstr>7. Sub-5-Second Check-in Algorithm</vt:lpstr>
      <vt:lpstr>8. Zero-Touch Certificate Generation</vt:lpstr>
      <vt:lpstr>9. Results &amp; Discussion</vt:lpstr>
      <vt:lpstr>10. Conclusion</vt:lpstr>
      <vt:lpstr>11. 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Arshad Pasha</cp:lastModifiedBy>
  <cp:revision>2</cp:revision>
  <dcterms:created xsi:type="dcterms:W3CDTF">2013-01-27T09:14:16Z</dcterms:created>
  <dcterms:modified xsi:type="dcterms:W3CDTF">2026-04-13T18:28:51Z</dcterms:modified>
  <cp:category/>
</cp:coreProperties>
</file>